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notesMasterIdLst>
    <p:notesMasterId r:id="rId31"/>
  </p:notesMasterIdLst>
  <p:sldIdLst>
    <p:sldId id="256" r:id="rId2"/>
    <p:sldId id="28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7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B48343-B06E-4FA0-B736-067F92C468B3}" v="136" dt="2026-03-27T05:19:15.8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l Kumar" userId="b439ac9a8b34c608" providerId="LiveId" clId="{D03C122C-EFB9-4E9A-93C8-FD6F50457264}"/>
    <pc:docChg chg="undo redo custSel addSld delSld modSld sldOrd">
      <pc:chgData name="Anil Kumar" userId="b439ac9a8b34c608" providerId="LiveId" clId="{D03C122C-EFB9-4E9A-93C8-FD6F50457264}" dt="2026-03-27T05:27:58.964" v="1177" actId="20577"/>
      <pc:docMkLst>
        <pc:docMk/>
      </pc:docMkLst>
      <pc:sldChg chg="addSp delSp modSp mod modClrScheme chgLayout">
        <pc:chgData name="Anil Kumar" userId="b439ac9a8b34c608" providerId="LiveId" clId="{D03C122C-EFB9-4E9A-93C8-FD6F50457264}" dt="2026-03-27T05:20:32.440" v="1171" actId="20577"/>
        <pc:sldMkLst>
          <pc:docMk/>
          <pc:sldMk cId="3831731913" sldId="256"/>
        </pc:sldMkLst>
        <pc:spChg chg="mod ord">
          <ac:chgData name="Anil Kumar" userId="b439ac9a8b34c608" providerId="LiveId" clId="{D03C122C-EFB9-4E9A-93C8-FD6F50457264}" dt="2026-03-27T05:18:54.138" v="1135" actId="27636"/>
          <ac:spMkLst>
            <pc:docMk/>
            <pc:sldMk cId="3831731913" sldId="256"/>
            <ac:spMk id="2" creationId="{BA27CB89-A1F6-9B81-01C3-2044C0764ECE}"/>
          </ac:spMkLst>
        </pc:spChg>
        <pc:spChg chg="del mod">
          <ac:chgData name="Anil Kumar" userId="b439ac9a8b34c608" providerId="LiveId" clId="{D03C122C-EFB9-4E9A-93C8-FD6F50457264}" dt="2026-03-27T05:18:27.652" v="1128" actId="700"/>
          <ac:spMkLst>
            <pc:docMk/>
            <pc:sldMk cId="3831731913" sldId="256"/>
            <ac:spMk id="3" creationId="{F3FA4667-352B-6D7E-E185-23AB847C9930}"/>
          </ac:spMkLst>
        </pc:spChg>
        <pc:spChg chg="mod">
          <ac:chgData name="Anil Kumar" userId="b439ac9a8b34c608" providerId="LiveId" clId="{D03C122C-EFB9-4E9A-93C8-FD6F50457264}" dt="2026-03-27T05:20:32.440" v="1171" actId="20577"/>
          <ac:spMkLst>
            <pc:docMk/>
            <pc:sldMk cId="3831731913" sldId="256"/>
            <ac:spMk id="4" creationId="{93252755-AD29-7557-30E6-5957E0F1C336}"/>
          </ac:spMkLst>
        </pc:spChg>
        <pc:spChg chg="add del mod">
          <ac:chgData name="Anil Kumar" userId="b439ac9a8b34c608" providerId="LiveId" clId="{D03C122C-EFB9-4E9A-93C8-FD6F50457264}" dt="2026-03-27T05:15:41.571" v="1033" actId="20577"/>
          <ac:spMkLst>
            <pc:docMk/>
            <pc:sldMk cId="3831731913" sldId="256"/>
            <ac:spMk id="7" creationId="{1A028EAA-C149-5059-00B8-DCB55CCEE5D9}"/>
          </ac:spMkLst>
        </pc:spChg>
        <pc:spChg chg="add mod">
          <ac:chgData name="Anil Kumar" userId="b439ac9a8b34c608" providerId="LiveId" clId="{D03C122C-EFB9-4E9A-93C8-FD6F50457264}" dt="2026-03-27T05:13:59.987" v="1009" actId="1076"/>
          <ac:spMkLst>
            <pc:docMk/>
            <pc:sldMk cId="3831731913" sldId="256"/>
            <ac:spMk id="8" creationId="{C53784DF-2491-5DA3-1438-941973F9D998}"/>
          </ac:spMkLst>
        </pc:spChg>
        <pc:spChg chg="add mod">
          <ac:chgData name="Anil Kumar" userId="b439ac9a8b34c608" providerId="LiveId" clId="{D03C122C-EFB9-4E9A-93C8-FD6F50457264}" dt="2026-03-27T05:14:34.198" v="1011" actId="14100"/>
          <ac:spMkLst>
            <pc:docMk/>
            <pc:sldMk cId="3831731913" sldId="256"/>
            <ac:spMk id="9" creationId="{AD04A1C2-07F5-8F0F-04EA-B10162FA5BBB}"/>
          </ac:spMkLst>
        </pc:spChg>
        <pc:spChg chg="add del mod">
          <ac:chgData name="Anil Kumar" userId="b439ac9a8b34c608" providerId="LiveId" clId="{D03C122C-EFB9-4E9A-93C8-FD6F50457264}" dt="2026-03-27T05:19:34.360" v="1142"/>
          <ac:spMkLst>
            <pc:docMk/>
            <pc:sldMk cId="3831731913" sldId="256"/>
            <ac:spMk id="10" creationId="{7ECAD809-8CFD-5D2C-A9F0-7DECA7348B64}"/>
          </ac:spMkLst>
        </pc:spChg>
        <pc:graphicFrameChg chg="add mod modGraphic">
          <ac:chgData name="Anil Kumar" userId="b439ac9a8b34c608" providerId="LiveId" clId="{D03C122C-EFB9-4E9A-93C8-FD6F50457264}" dt="2026-03-27T05:05:48.607" v="727" actId="14100"/>
          <ac:graphicFrameMkLst>
            <pc:docMk/>
            <pc:sldMk cId="3831731913" sldId="256"/>
            <ac:graphicFrameMk id="5" creationId="{3440FF13-0FE7-7560-D8C0-BB794BD8389D}"/>
          </ac:graphicFrameMkLst>
        </pc:graphicFrameChg>
        <pc:graphicFrameChg chg="add del mod modGraphic">
          <ac:chgData name="Anil Kumar" userId="b439ac9a8b34c608" providerId="LiveId" clId="{D03C122C-EFB9-4E9A-93C8-FD6F50457264}" dt="2026-03-27T05:07:21.403" v="742" actId="21"/>
          <ac:graphicFrameMkLst>
            <pc:docMk/>
            <pc:sldMk cId="3831731913" sldId="256"/>
            <ac:graphicFrameMk id="6" creationId="{A0195AEC-C5DC-3FE0-0D80-06A407E7519E}"/>
          </ac:graphicFrameMkLst>
        </pc:graphicFrameChg>
        <pc:picChg chg="add mod">
          <ac:chgData name="Anil Kumar" userId="b439ac9a8b34c608" providerId="LiveId" clId="{D03C122C-EFB9-4E9A-93C8-FD6F50457264}" dt="2026-03-27T05:19:19.633" v="1139" actId="1076"/>
          <ac:picMkLst>
            <pc:docMk/>
            <pc:sldMk cId="3831731913" sldId="256"/>
            <ac:picMk id="11" creationId="{471FF643-64C6-316E-0B45-8008B594AF45}"/>
          </ac:picMkLst>
        </pc:picChg>
        <pc:picChg chg="add mod">
          <ac:chgData name="Anil Kumar" userId="b439ac9a8b34c608" providerId="LiveId" clId="{D03C122C-EFB9-4E9A-93C8-FD6F50457264}" dt="2026-03-27T05:13:59.987" v="1009" actId="1076"/>
          <ac:picMkLst>
            <pc:docMk/>
            <pc:sldMk cId="3831731913" sldId="256"/>
            <ac:picMk id="1026" creationId="{76E8881E-D061-6407-A0B9-91C8F218EB51}"/>
          </ac:picMkLst>
        </pc:picChg>
        <pc:picChg chg="add mod">
          <ac:chgData name="Anil Kumar" userId="b439ac9a8b34c608" providerId="LiveId" clId="{D03C122C-EFB9-4E9A-93C8-FD6F50457264}" dt="2026-03-27T05:14:35.989" v="1012" actId="14100"/>
          <ac:picMkLst>
            <pc:docMk/>
            <pc:sldMk cId="3831731913" sldId="256"/>
            <ac:picMk id="1028" creationId="{3304609A-A97D-47E1-DFA8-24CD425D4075}"/>
          </ac:picMkLst>
        </pc:picChg>
      </pc:sldChg>
      <pc:sldChg chg="modSp mod">
        <pc:chgData name="Anil Kumar" userId="b439ac9a8b34c608" providerId="LiveId" clId="{D03C122C-EFB9-4E9A-93C8-FD6F50457264}" dt="2026-03-26T16:30:36.322" v="547" actId="115"/>
        <pc:sldMkLst>
          <pc:docMk/>
          <pc:sldMk cId="1704449655" sldId="257"/>
        </pc:sldMkLst>
        <pc:spChg chg="mod">
          <ac:chgData name="Anil Kumar" userId="b439ac9a8b34c608" providerId="LiveId" clId="{D03C122C-EFB9-4E9A-93C8-FD6F50457264}" dt="2026-03-26T16:30:36.322" v="547" actId="115"/>
          <ac:spMkLst>
            <pc:docMk/>
            <pc:sldMk cId="1704449655" sldId="257"/>
            <ac:spMk id="2" creationId="{112E20B7-FDB5-D318-92D3-77CED0B5341C}"/>
          </ac:spMkLst>
        </pc:spChg>
        <pc:spChg chg="mod">
          <ac:chgData name="Anil Kumar" userId="b439ac9a8b34c608" providerId="LiveId" clId="{D03C122C-EFB9-4E9A-93C8-FD6F50457264}" dt="2026-03-26T16:30:08.491" v="541" actId="2711"/>
          <ac:spMkLst>
            <pc:docMk/>
            <pc:sldMk cId="1704449655" sldId="257"/>
            <ac:spMk id="3" creationId="{B9D4DC02-5E7D-445F-D6FB-76982C521FFA}"/>
          </ac:spMkLst>
        </pc:spChg>
      </pc:sldChg>
      <pc:sldChg chg="modSp mod">
        <pc:chgData name="Anil Kumar" userId="b439ac9a8b34c608" providerId="LiveId" clId="{D03C122C-EFB9-4E9A-93C8-FD6F50457264}" dt="2026-03-26T16:30:25.253" v="545" actId="115"/>
        <pc:sldMkLst>
          <pc:docMk/>
          <pc:sldMk cId="3721088908" sldId="258"/>
        </pc:sldMkLst>
        <pc:spChg chg="mod">
          <ac:chgData name="Anil Kumar" userId="b439ac9a8b34c608" providerId="LiveId" clId="{D03C122C-EFB9-4E9A-93C8-FD6F50457264}" dt="2026-03-26T16:30:25.253" v="545" actId="115"/>
          <ac:spMkLst>
            <pc:docMk/>
            <pc:sldMk cId="3721088908" sldId="258"/>
            <ac:spMk id="2" creationId="{6A32222B-E095-28E6-78F9-9316BA70B44D}"/>
          </ac:spMkLst>
        </pc:spChg>
        <pc:spChg chg="mod">
          <ac:chgData name="Anil Kumar" userId="b439ac9a8b34c608" providerId="LiveId" clId="{D03C122C-EFB9-4E9A-93C8-FD6F50457264}" dt="2026-03-26T15:02:03.811" v="98"/>
          <ac:spMkLst>
            <pc:docMk/>
            <pc:sldMk cId="3721088908" sldId="258"/>
            <ac:spMk id="3" creationId="{FEC8994E-80EF-5C82-37E3-C869C26B5EC4}"/>
          </ac:spMkLst>
        </pc:spChg>
      </pc:sldChg>
      <pc:sldChg chg="modSp mod">
        <pc:chgData name="Anil Kumar" userId="b439ac9a8b34c608" providerId="LiveId" clId="{D03C122C-EFB9-4E9A-93C8-FD6F50457264}" dt="2026-03-26T16:31:04.047" v="551" actId="115"/>
        <pc:sldMkLst>
          <pc:docMk/>
          <pc:sldMk cId="4270494583" sldId="259"/>
        </pc:sldMkLst>
        <pc:spChg chg="mod">
          <ac:chgData name="Anil Kumar" userId="b439ac9a8b34c608" providerId="LiveId" clId="{D03C122C-EFB9-4E9A-93C8-FD6F50457264}" dt="2026-03-26T16:31:04.047" v="551" actId="115"/>
          <ac:spMkLst>
            <pc:docMk/>
            <pc:sldMk cId="4270494583" sldId="259"/>
            <ac:spMk id="2" creationId="{4492D381-950A-5D0B-3A9E-0D9BC628AF1E}"/>
          </ac:spMkLst>
        </pc:spChg>
        <pc:spChg chg="mod">
          <ac:chgData name="Anil Kumar" userId="b439ac9a8b34c608" providerId="LiveId" clId="{D03C122C-EFB9-4E9A-93C8-FD6F50457264}" dt="2026-03-26T15:02:03.811" v="98"/>
          <ac:spMkLst>
            <pc:docMk/>
            <pc:sldMk cId="4270494583" sldId="259"/>
            <ac:spMk id="3" creationId="{D143D6AE-DFCE-F789-9B9A-6AF5405254FF}"/>
          </ac:spMkLst>
        </pc:spChg>
      </pc:sldChg>
      <pc:sldChg chg="modSp mod">
        <pc:chgData name="Anil Kumar" userId="b439ac9a8b34c608" providerId="LiveId" clId="{D03C122C-EFB9-4E9A-93C8-FD6F50457264}" dt="2026-03-26T16:31:30.725" v="555" actId="2711"/>
        <pc:sldMkLst>
          <pc:docMk/>
          <pc:sldMk cId="2077844597" sldId="260"/>
        </pc:sldMkLst>
        <pc:spChg chg="mod">
          <ac:chgData name="Anil Kumar" userId="b439ac9a8b34c608" providerId="LiveId" clId="{D03C122C-EFB9-4E9A-93C8-FD6F50457264}" dt="2026-03-26T16:31:21.489" v="554" actId="115"/>
          <ac:spMkLst>
            <pc:docMk/>
            <pc:sldMk cId="2077844597" sldId="260"/>
            <ac:spMk id="2" creationId="{FC9F3629-607B-E7F9-AD1D-4756202336C7}"/>
          </ac:spMkLst>
        </pc:spChg>
        <pc:spChg chg="mod">
          <ac:chgData name="Anil Kumar" userId="b439ac9a8b34c608" providerId="LiveId" clId="{D03C122C-EFB9-4E9A-93C8-FD6F50457264}" dt="2026-03-26T16:31:30.725" v="555" actId="2711"/>
          <ac:spMkLst>
            <pc:docMk/>
            <pc:sldMk cId="2077844597" sldId="260"/>
            <ac:spMk id="3" creationId="{889BEF67-134C-D568-CC10-A755120C5A24}"/>
          </ac:spMkLst>
        </pc:spChg>
      </pc:sldChg>
      <pc:sldChg chg="modSp mod">
        <pc:chgData name="Anil Kumar" userId="b439ac9a8b34c608" providerId="LiveId" clId="{D03C122C-EFB9-4E9A-93C8-FD6F50457264}" dt="2026-03-26T16:31:53.233" v="559" actId="2711"/>
        <pc:sldMkLst>
          <pc:docMk/>
          <pc:sldMk cId="356257165" sldId="261"/>
        </pc:sldMkLst>
        <pc:spChg chg="mod">
          <ac:chgData name="Anil Kumar" userId="b439ac9a8b34c608" providerId="LiveId" clId="{D03C122C-EFB9-4E9A-93C8-FD6F50457264}" dt="2026-03-26T16:31:45.286" v="558" actId="115"/>
          <ac:spMkLst>
            <pc:docMk/>
            <pc:sldMk cId="356257165" sldId="261"/>
            <ac:spMk id="2" creationId="{B33A39D1-852F-0427-E556-A14374BD017B}"/>
          </ac:spMkLst>
        </pc:spChg>
        <pc:spChg chg="mod">
          <ac:chgData name="Anil Kumar" userId="b439ac9a8b34c608" providerId="LiveId" clId="{D03C122C-EFB9-4E9A-93C8-FD6F50457264}" dt="2026-03-26T16:31:53.233" v="559" actId="2711"/>
          <ac:spMkLst>
            <pc:docMk/>
            <pc:sldMk cId="356257165" sldId="261"/>
            <ac:spMk id="3" creationId="{AF84C02B-D3F6-7DC0-D83B-34642DC70238}"/>
          </ac:spMkLst>
        </pc:spChg>
      </pc:sldChg>
      <pc:sldChg chg="modSp mod">
        <pc:chgData name="Anil Kumar" userId="b439ac9a8b34c608" providerId="LiveId" clId="{D03C122C-EFB9-4E9A-93C8-FD6F50457264}" dt="2026-03-26T16:32:44.217" v="566" actId="113"/>
        <pc:sldMkLst>
          <pc:docMk/>
          <pc:sldMk cId="3029665164" sldId="262"/>
        </pc:sldMkLst>
        <pc:spChg chg="mod">
          <ac:chgData name="Anil Kumar" userId="b439ac9a8b34c608" providerId="LiveId" clId="{D03C122C-EFB9-4E9A-93C8-FD6F50457264}" dt="2026-03-26T16:32:44.217" v="566" actId="113"/>
          <ac:spMkLst>
            <pc:docMk/>
            <pc:sldMk cId="3029665164" sldId="262"/>
            <ac:spMk id="2" creationId="{45D7B104-CF36-419E-CB92-DA13B17BE74D}"/>
          </ac:spMkLst>
        </pc:spChg>
        <pc:spChg chg="mod">
          <ac:chgData name="Anil Kumar" userId="b439ac9a8b34c608" providerId="LiveId" clId="{D03C122C-EFB9-4E9A-93C8-FD6F50457264}" dt="2026-03-26T16:32:29.299" v="565" actId="2711"/>
          <ac:spMkLst>
            <pc:docMk/>
            <pc:sldMk cId="3029665164" sldId="262"/>
            <ac:spMk id="3" creationId="{6F7FFF6A-7BB0-CEEA-E508-5969C3BA3637}"/>
          </ac:spMkLst>
        </pc:spChg>
      </pc:sldChg>
      <pc:sldChg chg="modSp mod">
        <pc:chgData name="Anil Kumar" userId="b439ac9a8b34c608" providerId="LiveId" clId="{D03C122C-EFB9-4E9A-93C8-FD6F50457264}" dt="2026-03-26T16:33:08.274" v="571" actId="2711"/>
        <pc:sldMkLst>
          <pc:docMk/>
          <pc:sldMk cId="172845059" sldId="263"/>
        </pc:sldMkLst>
        <pc:spChg chg="mod">
          <ac:chgData name="Anil Kumar" userId="b439ac9a8b34c608" providerId="LiveId" clId="{D03C122C-EFB9-4E9A-93C8-FD6F50457264}" dt="2026-03-26T16:32:57.390" v="569" actId="115"/>
          <ac:spMkLst>
            <pc:docMk/>
            <pc:sldMk cId="172845059" sldId="263"/>
            <ac:spMk id="2" creationId="{6B2E9F71-DFFC-363D-7407-E67D1BD821AE}"/>
          </ac:spMkLst>
        </pc:spChg>
        <pc:spChg chg="mod">
          <ac:chgData name="Anil Kumar" userId="b439ac9a8b34c608" providerId="LiveId" clId="{D03C122C-EFB9-4E9A-93C8-FD6F50457264}" dt="2026-03-26T16:33:08.274" v="571" actId="2711"/>
          <ac:spMkLst>
            <pc:docMk/>
            <pc:sldMk cId="172845059" sldId="263"/>
            <ac:spMk id="3" creationId="{7A2EC34A-BB32-39EF-887D-56B2494ECA88}"/>
          </ac:spMkLst>
        </pc:spChg>
      </pc:sldChg>
      <pc:sldChg chg="modSp mod">
        <pc:chgData name="Anil Kumar" userId="b439ac9a8b34c608" providerId="LiveId" clId="{D03C122C-EFB9-4E9A-93C8-FD6F50457264}" dt="2026-03-26T16:33:25.829" v="575" actId="14100"/>
        <pc:sldMkLst>
          <pc:docMk/>
          <pc:sldMk cId="261343981" sldId="264"/>
        </pc:sldMkLst>
        <pc:spChg chg="mod">
          <ac:chgData name="Anil Kumar" userId="b439ac9a8b34c608" providerId="LiveId" clId="{D03C122C-EFB9-4E9A-93C8-FD6F50457264}" dt="2026-03-26T16:33:25.829" v="575" actId="14100"/>
          <ac:spMkLst>
            <pc:docMk/>
            <pc:sldMk cId="261343981" sldId="264"/>
            <ac:spMk id="2" creationId="{BED42FE8-B78C-0C63-DA8B-39AA6E21B096}"/>
          </ac:spMkLst>
        </pc:spChg>
      </pc:sldChg>
      <pc:sldChg chg="modSp mod">
        <pc:chgData name="Anil Kumar" userId="b439ac9a8b34c608" providerId="LiveId" clId="{D03C122C-EFB9-4E9A-93C8-FD6F50457264}" dt="2026-03-26T16:33:46.172" v="579" actId="2711"/>
        <pc:sldMkLst>
          <pc:docMk/>
          <pc:sldMk cId="3286253796" sldId="265"/>
        </pc:sldMkLst>
        <pc:spChg chg="mod">
          <ac:chgData name="Anil Kumar" userId="b439ac9a8b34c608" providerId="LiveId" clId="{D03C122C-EFB9-4E9A-93C8-FD6F50457264}" dt="2026-03-26T16:33:38.510" v="578" actId="2711"/>
          <ac:spMkLst>
            <pc:docMk/>
            <pc:sldMk cId="3286253796" sldId="265"/>
            <ac:spMk id="2" creationId="{1546472E-2CCE-0F93-2A71-FD219EC40FE2}"/>
          </ac:spMkLst>
        </pc:spChg>
        <pc:spChg chg="mod">
          <ac:chgData name="Anil Kumar" userId="b439ac9a8b34c608" providerId="LiveId" clId="{D03C122C-EFB9-4E9A-93C8-FD6F50457264}" dt="2026-03-26T16:33:46.172" v="579" actId="2711"/>
          <ac:spMkLst>
            <pc:docMk/>
            <pc:sldMk cId="3286253796" sldId="265"/>
            <ac:spMk id="3" creationId="{F2C91093-E571-8124-089A-2ED20B504364}"/>
          </ac:spMkLst>
        </pc:spChg>
      </pc:sldChg>
      <pc:sldChg chg="modSp mod">
        <pc:chgData name="Anil Kumar" userId="b439ac9a8b34c608" providerId="LiveId" clId="{D03C122C-EFB9-4E9A-93C8-FD6F50457264}" dt="2026-03-26T16:33:57.854" v="582" actId="2711"/>
        <pc:sldMkLst>
          <pc:docMk/>
          <pc:sldMk cId="2258447737" sldId="266"/>
        </pc:sldMkLst>
        <pc:spChg chg="mod">
          <ac:chgData name="Anil Kumar" userId="b439ac9a8b34c608" providerId="LiveId" clId="{D03C122C-EFB9-4E9A-93C8-FD6F50457264}" dt="2026-03-26T16:33:57.854" v="582" actId="2711"/>
          <ac:spMkLst>
            <pc:docMk/>
            <pc:sldMk cId="2258447737" sldId="266"/>
            <ac:spMk id="2" creationId="{213FB08F-F1D3-C5F2-0C87-3CF9F3667945}"/>
          </ac:spMkLst>
        </pc:spChg>
        <pc:spChg chg="mod">
          <ac:chgData name="Anil Kumar" userId="b439ac9a8b34c608" providerId="LiveId" clId="{D03C122C-EFB9-4E9A-93C8-FD6F50457264}" dt="2026-03-26T15:02:03.811" v="98"/>
          <ac:spMkLst>
            <pc:docMk/>
            <pc:sldMk cId="2258447737" sldId="266"/>
            <ac:spMk id="3" creationId="{8EF1220A-917B-C509-6EE1-115AA9BB942F}"/>
          </ac:spMkLst>
        </pc:spChg>
      </pc:sldChg>
      <pc:sldChg chg="modSp mod">
        <pc:chgData name="Anil Kumar" userId="b439ac9a8b34c608" providerId="LiveId" clId="{D03C122C-EFB9-4E9A-93C8-FD6F50457264}" dt="2026-03-26T16:34:24.826" v="587" actId="14100"/>
        <pc:sldMkLst>
          <pc:docMk/>
          <pc:sldMk cId="2053556519" sldId="267"/>
        </pc:sldMkLst>
        <pc:spChg chg="mod">
          <ac:chgData name="Anil Kumar" userId="b439ac9a8b34c608" providerId="LiveId" clId="{D03C122C-EFB9-4E9A-93C8-FD6F50457264}" dt="2026-03-26T16:34:09.937" v="585" actId="115"/>
          <ac:spMkLst>
            <pc:docMk/>
            <pc:sldMk cId="2053556519" sldId="267"/>
            <ac:spMk id="2" creationId="{8EF2FA34-89F4-55DF-4998-0A67EB64CFE6}"/>
          </ac:spMkLst>
        </pc:spChg>
        <pc:spChg chg="mod">
          <ac:chgData name="Anil Kumar" userId="b439ac9a8b34c608" providerId="LiveId" clId="{D03C122C-EFB9-4E9A-93C8-FD6F50457264}" dt="2026-03-26T15:02:03.811" v="98"/>
          <ac:spMkLst>
            <pc:docMk/>
            <pc:sldMk cId="2053556519" sldId="267"/>
            <ac:spMk id="3" creationId="{1181D3DF-9B79-19FC-1C89-7A733AC2250D}"/>
          </ac:spMkLst>
        </pc:spChg>
        <pc:picChg chg="mod">
          <ac:chgData name="Anil Kumar" userId="b439ac9a8b34c608" providerId="LiveId" clId="{D03C122C-EFB9-4E9A-93C8-FD6F50457264}" dt="2026-03-26T16:34:24.826" v="587" actId="14100"/>
          <ac:picMkLst>
            <pc:docMk/>
            <pc:sldMk cId="2053556519" sldId="267"/>
            <ac:picMk id="4" creationId="{E8CE98EE-DF5D-95C2-1C01-A286FCF705EC}"/>
          </ac:picMkLst>
        </pc:picChg>
      </pc:sldChg>
      <pc:sldChg chg="modSp mod">
        <pc:chgData name="Anil Kumar" userId="b439ac9a8b34c608" providerId="LiveId" clId="{D03C122C-EFB9-4E9A-93C8-FD6F50457264}" dt="2026-03-26T16:34:52.090" v="594" actId="14100"/>
        <pc:sldMkLst>
          <pc:docMk/>
          <pc:sldMk cId="4241126915" sldId="268"/>
        </pc:sldMkLst>
        <pc:spChg chg="mod">
          <ac:chgData name="Anil Kumar" userId="b439ac9a8b34c608" providerId="LiveId" clId="{D03C122C-EFB9-4E9A-93C8-FD6F50457264}" dt="2026-03-26T16:34:36.929" v="590" actId="115"/>
          <ac:spMkLst>
            <pc:docMk/>
            <pc:sldMk cId="4241126915" sldId="268"/>
            <ac:spMk id="2" creationId="{80532D36-3CDB-050C-35ED-B2A4BEC162E1}"/>
          </ac:spMkLst>
        </pc:spChg>
        <pc:spChg chg="mod">
          <ac:chgData name="Anil Kumar" userId="b439ac9a8b34c608" providerId="LiveId" clId="{D03C122C-EFB9-4E9A-93C8-FD6F50457264}" dt="2026-03-26T16:34:43.370" v="591" actId="2711"/>
          <ac:spMkLst>
            <pc:docMk/>
            <pc:sldMk cId="4241126915" sldId="268"/>
            <ac:spMk id="3" creationId="{5917BA11-A597-45F0-9FBA-6A7AD95182F8}"/>
          </ac:spMkLst>
        </pc:spChg>
        <pc:picChg chg="mod">
          <ac:chgData name="Anil Kumar" userId="b439ac9a8b34c608" providerId="LiveId" clId="{D03C122C-EFB9-4E9A-93C8-FD6F50457264}" dt="2026-03-26T16:34:52.090" v="594" actId="14100"/>
          <ac:picMkLst>
            <pc:docMk/>
            <pc:sldMk cId="4241126915" sldId="268"/>
            <ac:picMk id="4" creationId="{1BF899D4-CB62-C597-C533-010E9E3FAA57}"/>
          </ac:picMkLst>
        </pc:picChg>
      </pc:sldChg>
      <pc:sldChg chg="modSp mod">
        <pc:chgData name="Anil Kumar" userId="b439ac9a8b34c608" providerId="LiveId" clId="{D03C122C-EFB9-4E9A-93C8-FD6F50457264}" dt="2026-03-26T16:35:47.437" v="620" actId="115"/>
        <pc:sldMkLst>
          <pc:docMk/>
          <pc:sldMk cId="1126020073" sldId="269"/>
        </pc:sldMkLst>
        <pc:spChg chg="mod">
          <ac:chgData name="Anil Kumar" userId="b439ac9a8b34c608" providerId="LiveId" clId="{D03C122C-EFB9-4E9A-93C8-FD6F50457264}" dt="2026-03-26T16:35:47.437" v="620" actId="115"/>
          <ac:spMkLst>
            <pc:docMk/>
            <pc:sldMk cId="1126020073" sldId="269"/>
            <ac:spMk id="2" creationId="{A3F45EB6-6750-A23B-B4C2-F31B4FBA5435}"/>
          </ac:spMkLst>
        </pc:spChg>
        <pc:spChg chg="mod">
          <ac:chgData name="Anil Kumar" userId="b439ac9a8b34c608" providerId="LiveId" clId="{D03C122C-EFB9-4E9A-93C8-FD6F50457264}" dt="2026-03-26T15:02:03.811" v="98"/>
          <ac:spMkLst>
            <pc:docMk/>
            <pc:sldMk cId="1126020073" sldId="269"/>
            <ac:spMk id="3" creationId="{DCC1EA5B-3B09-625A-5AA8-AF7C67E90665}"/>
          </ac:spMkLst>
        </pc:spChg>
        <pc:picChg chg="mod">
          <ac:chgData name="Anil Kumar" userId="b439ac9a8b34c608" providerId="LiveId" clId="{D03C122C-EFB9-4E9A-93C8-FD6F50457264}" dt="2026-03-26T16:35:42.946" v="619" actId="14100"/>
          <ac:picMkLst>
            <pc:docMk/>
            <pc:sldMk cId="1126020073" sldId="269"/>
            <ac:picMk id="4" creationId="{905EA251-2203-A851-A301-F26415050791}"/>
          </ac:picMkLst>
        </pc:picChg>
      </pc:sldChg>
      <pc:sldChg chg="modSp mod">
        <pc:chgData name="Anil Kumar" userId="b439ac9a8b34c608" providerId="LiveId" clId="{D03C122C-EFB9-4E9A-93C8-FD6F50457264}" dt="2026-03-26T16:36:07.568" v="626" actId="14100"/>
        <pc:sldMkLst>
          <pc:docMk/>
          <pc:sldMk cId="253392018" sldId="270"/>
        </pc:sldMkLst>
        <pc:spChg chg="mod">
          <ac:chgData name="Anil Kumar" userId="b439ac9a8b34c608" providerId="LiveId" clId="{D03C122C-EFB9-4E9A-93C8-FD6F50457264}" dt="2026-03-26T16:35:57.383" v="623" actId="2711"/>
          <ac:spMkLst>
            <pc:docMk/>
            <pc:sldMk cId="253392018" sldId="270"/>
            <ac:spMk id="2" creationId="{D38F84FF-3DF2-EC58-F747-4DE149714A20}"/>
          </ac:spMkLst>
        </pc:spChg>
        <pc:spChg chg="mod">
          <ac:chgData name="Anil Kumar" userId="b439ac9a8b34c608" providerId="LiveId" clId="{D03C122C-EFB9-4E9A-93C8-FD6F50457264}" dt="2026-03-26T15:02:03.811" v="98"/>
          <ac:spMkLst>
            <pc:docMk/>
            <pc:sldMk cId="253392018" sldId="270"/>
            <ac:spMk id="3" creationId="{CA956216-E7D3-5BAA-B574-ADEC3B2F0E05}"/>
          </ac:spMkLst>
        </pc:spChg>
        <pc:picChg chg="mod">
          <ac:chgData name="Anil Kumar" userId="b439ac9a8b34c608" providerId="LiveId" clId="{D03C122C-EFB9-4E9A-93C8-FD6F50457264}" dt="2026-03-26T16:36:07.568" v="626" actId="14100"/>
          <ac:picMkLst>
            <pc:docMk/>
            <pc:sldMk cId="253392018" sldId="270"/>
            <ac:picMk id="4" creationId="{83828DC5-E1A1-CF0F-017E-197B37370471}"/>
          </ac:picMkLst>
        </pc:picChg>
      </pc:sldChg>
      <pc:sldChg chg="modSp add del">
        <pc:chgData name="Anil Kumar" userId="b439ac9a8b34c608" providerId="LiveId" clId="{D03C122C-EFB9-4E9A-93C8-FD6F50457264}" dt="2026-03-26T16:26:23.788" v="497" actId="2696"/>
        <pc:sldMkLst>
          <pc:docMk/>
          <pc:sldMk cId="652536774" sldId="271"/>
        </pc:sldMkLst>
        <pc:spChg chg="mod">
          <ac:chgData name="Anil Kumar" userId="b439ac9a8b34c608" providerId="LiveId" clId="{D03C122C-EFB9-4E9A-93C8-FD6F50457264}" dt="2026-03-26T16:26:19.819" v="496"/>
          <ac:spMkLst>
            <pc:docMk/>
            <pc:sldMk cId="652536774" sldId="271"/>
            <ac:spMk id="3" creationId="{648AE18F-90DF-3F87-AEEC-85DEFAC36D6E}"/>
          </ac:spMkLst>
        </pc:spChg>
      </pc:sldChg>
      <pc:sldChg chg="modSp del mod ord">
        <pc:chgData name="Anil Kumar" userId="b439ac9a8b34c608" providerId="LiveId" clId="{D03C122C-EFB9-4E9A-93C8-FD6F50457264}" dt="2026-03-26T16:25:59.540" v="490" actId="2696"/>
        <pc:sldMkLst>
          <pc:docMk/>
          <pc:sldMk cId="2061121412" sldId="271"/>
        </pc:sldMkLst>
        <pc:spChg chg="mod">
          <ac:chgData name="Anil Kumar" userId="b439ac9a8b34c608" providerId="LiveId" clId="{D03C122C-EFB9-4E9A-93C8-FD6F50457264}" dt="2026-03-26T16:25:49.206" v="489" actId="20577"/>
          <ac:spMkLst>
            <pc:docMk/>
            <pc:sldMk cId="2061121412" sldId="271"/>
            <ac:spMk id="2" creationId="{2E0C0F65-665D-277C-79D9-8368EBBB3FC3}"/>
          </ac:spMkLst>
        </pc:spChg>
        <pc:spChg chg="mod">
          <ac:chgData name="Anil Kumar" userId="b439ac9a8b34c608" providerId="LiveId" clId="{D03C122C-EFB9-4E9A-93C8-FD6F50457264}" dt="2026-03-26T15:02:03.811" v="98"/>
          <ac:spMkLst>
            <pc:docMk/>
            <pc:sldMk cId="2061121412" sldId="271"/>
            <ac:spMk id="3" creationId="{648AE18F-90DF-3F87-AEEC-85DEFAC36D6E}"/>
          </ac:spMkLst>
        </pc:spChg>
      </pc:sldChg>
      <pc:sldChg chg="modSp mod">
        <pc:chgData name="Anil Kumar" userId="b439ac9a8b34c608" providerId="LiveId" clId="{D03C122C-EFB9-4E9A-93C8-FD6F50457264}" dt="2026-03-26T16:39:21.962" v="654" actId="255"/>
        <pc:sldMkLst>
          <pc:docMk/>
          <pc:sldMk cId="3789257654" sldId="272"/>
        </pc:sldMkLst>
        <pc:spChg chg="mod">
          <ac:chgData name="Anil Kumar" userId="b439ac9a8b34c608" providerId="LiveId" clId="{D03C122C-EFB9-4E9A-93C8-FD6F50457264}" dt="2026-03-26T16:39:21.962" v="654" actId="255"/>
          <ac:spMkLst>
            <pc:docMk/>
            <pc:sldMk cId="3789257654" sldId="272"/>
            <ac:spMk id="4" creationId="{39D08EF7-5735-7DE0-D413-A177C679BC5E}"/>
          </ac:spMkLst>
        </pc:spChg>
      </pc:sldChg>
      <pc:sldChg chg="addSp delSp modSp new del mod">
        <pc:chgData name="Anil Kumar" userId="b439ac9a8b34c608" providerId="LiveId" clId="{D03C122C-EFB9-4E9A-93C8-FD6F50457264}" dt="2026-03-26T14:57:17.441" v="74" actId="2696"/>
        <pc:sldMkLst>
          <pc:docMk/>
          <pc:sldMk cId="64308381" sldId="273"/>
        </pc:sldMkLst>
        <pc:spChg chg="add del mod">
          <ac:chgData name="Anil Kumar" userId="b439ac9a8b34c608" providerId="LiveId" clId="{D03C122C-EFB9-4E9A-93C8-FD6F50457264}" dt="2026-03-26T14:56:25.005" v="64"/>
          <ac:spMkLst>
            <pc:docMk/>
            <pc:sldMk cId="64308381" sldId="273"/>
            <ac:spMk id="2" creationId="{C16E0E1D-DEB2-7E79-8DEF-4C381759C78B}"/>
          </ac:spMkLst>
        </pc:spChg>
      </pc:sldChg>
      <pc:sldChg chg="modSp new del mod">
        <pc:chgData name="Anil Kumar" userId="b439ac9a8b34c608" providerId="LiveId" clId="{D03C122C-EFB9-4E9A-93C8-FD6F50457264}" dt="2026-03-26T14:52:26.289" v="26" actId="2696"/>
        <pc:sldMkLst>
          <pc:docMk/>
          <pc:sldMk cId="849643409" sldId="273"/>
        </pc:sldMkLst>
        <pc:spChg chg="mod">
          <ac:chgData name="Anil Kumar" userId="b439ac9a8b34c608" providerId="LiveId" clId="{D03C122C-EFB9-4E9A-93C8-FD6F50457264}" dt="2026-03-26T14:49:06.760" v="7" actId="5793"/>
          <ac:spMkLst>
            <pc:docMk/>
            <pc:sldMk cId="849643409" sldId="273"/>
            <ac:spMk id="3" creationId="{9CFBC951-CF17-79E9-AFC1-D2BA1F8093CE}"/>
          </ac:spMkLst>
        </pc:spChg>
      </pc:sldChg>
      <pc:sldChg chg="modSp new del mod">
        <pc:chgData name="Anil Kumar" userId="b439ac9a8b34c608" providerId="LiveId" clId="{D03C122C-EFB9-4E9A-93C8-FD6F50457264}" dt="2026-03-26T14:47:36.334" v="5" actId="2696"/>
        <pc:sldMkLst>
          <pc:docMk/>
          <pc:sldMk cId="1024973592" sldId="273"/>
        </pc:sldMkLst>
        <pc:spChg chg="mod">
          <ac:chgData name="Anil Kumar" userId="b439ac9a8b34c608" providerId="LiveId" clId="{D03C122C-EFB9-4E9A-93C8-FD6F50457264}" dt="2026-03-26T14:47:01.181" v="4" actId="27636"/>
          <ac:spMkLst>
            <pc:docMk/>
            <pc:sldMk cId="1024973592" sldId="273"/>
            <ac:spMk id="2" creationId="{61B4000A-B923-0794-B097-8DB1E73C1E60}"/>
          </ac:spMkLst>
        </pc:spChg>
      </pc:sldChg>
      <pc:sldChg chg="addSp delSp modSp add del mod modClrScheme chgLayout">
        <pc:chgData name="Anil Kumar" userId="b439ac9a8b34c608" providerId="LiveId" clId="{D03C122C-EFB9-4E9A-93C8-FD6F50457264}" dt="2026-03-26T14:56:00.442" v="57" actId="2696"/>
        <pc:sldMkLst>
          <pc:docMk/>
          <pc:sldMk cId="1109782525" sldId="274"/>
        </pc:sldMkLst>
        <pc:spChg chg="mod ord">
          <ac:chgData name="Anil Kumar" userId="b439ac9a8b34c608" providerId="LiveId" clId="{D03C122C-EFB9-4E9A-93C8-FD6F50457264}" dt="2026-03-26T14:55:47.222" v="56" actId="27636"/>
          <ac:spMkLst>
            <pc:docMk/>
            <pc:sldMk cId="1109782525" sldId="274"/>
            <ac:spMk id="2" creationId="{61B4000A-B923-0794-B097-8DB1E73C1E60}"/>
          </ac:spMkLst>
        </pc:spChg>
        <pc:spChg chg="add del mod">
          <ac:chgData name="Anil Kumar" userId="b439ac9a8b34c608" providerId="LiveId" clId="{D03C122C-EFB9-4E9A-93C8-FD6F50457264}" dt="2026-03-26T14:54:22.734" v="46"/>
          <ac:spMkLst>
            <pc:docMk/>
            <pc:sldMk cId="1109782525" sldId="274"/>
            <ac:spMk id="3" creationId="{595729D6-0D5B-84BA-4673-6E5DF809B584}"/>
          </ac:spMkLst>
        </pc:spChg>
      </pc:sldChg>
      <pc:sldChg chg="addSp delSp modSp add mod">
        <pc:chgData name="Anil Kumar" userId="b439ac9a8b34c608" providerId="LiveId" clId="{D03C122C-EFB9-4E9A-93C8-FD6F50457264}" dt="2026-03-26T16:36:12.903" v="627" actId="1076"/>
        <pc:sldMkLst>
          <pc:docMk/>
          <pc:sldMk cId="1762552242" sldId="274"/>
        </pc:sldMkLst>
        <pc:spChg chg="del mod">
          <ac:chgData name="Anil Kumar" userId="b439ac9a8b34c608" providerId="LiveId" clId="{D03C122C-EFB9-4E9A-93C8-FD6F50457264}" dt="2026-03-26T15:01:54.740" v="95"/>
          <ac:spMkLst>
            <pc:docMk/>
            <pc:sldMk cId="1762552242" sldId="274"/>
            <ac:spMk id="2" creationId="{61B4000A-B923-0794-B097-8DB1E73C1E60}"/>
          </ac:spMkLst>
        </pc:spChg>
        <pc:spChg chg="add mod">
          <ac:chgData name="Anil Kumar" userId="b439ac9a8b34c608" providerId="LiveId" clId="{D03C122C-EFB9-4E9A-93C8-FD6F50457264}" dt="2026-03-26T16:36:12.903" v="627" actId="1076"/>
          <ac:spMkLst>
            <pc:docMk/>
            <pc:sldMk cId="1762552242" sldId="274"/>
            <ac:spMk id="3" creationId="{109F81D2-851F-8B6B-A981-AB4D7F0B3431}"/>
          </ac:spMkLst>
        </pc:spChg>
        <pc:spChg chg="add mod">
          <ac:chgData name="Anil Kumar" userId="b439ac9a8b34c608" providerId="LiveId" clId="{D03C122C-EFB9-4E9A-93C8-FD6F50457264}" dt="2026-03-26T15:05:33.170" v="116" actId="14100"/>
          <ac:spMkLst>
            <pc:docMk/>
            <pc:sldMk cId="1762552242" sldId="274"/>
            <ac:spMk id="4" creationId="{7F22780D-0D08-B914-C338-4A4B2B335BD1}"/>
          </ac:spMkLst>
        </pc:spChg>
      </pc:sldChg>
      <pc:sldChg chg="addSp delSp modSp new mod">
        <pc:chgData name="Anil Kumar" userId="b439ac9a8b34c608" providerId="LiveId" clId="{D03C122C-EFB9-4E9A-93C8-FD6F50457264}" dt="2026-03-26T15:10:04.621" v="131" actId="14100"/>
        <pc:sldMkLst>
          <pc:docMk/>
          <pc:sldMk cId="62529291" sldId="275"/>
        </pc:sldMkLst>
        <pc:spChg chg="add mod">
          <ac:chgData name="Anil Kumar" userId="b439ac9a8b34c608" providerId="LiveId" clId="{D03C122C-EFB9-4E9A-93C8-FD6F50457264}" dt="2026-03-26T15:10:04.621" v="131" actId="14100"/>
          <ac:spMkLst>
            <pc:docMk/>
            <pc:sldMk cId="62529291" sldId="275"/>
            <ac:spMk id="2" creationId="{31DD144B-85B0-1E06-408C-551E6775C896}"/>
          </ac:spMkLst>
        </pc:spChg>
        <pc:spChg chg="add del mod">
          <ac:chgData name="Anil Kumar" userId="b439ac9a8b34c608" providerId="LiveId" clId="{D03C122C-EFB9-4E9A-93C8-FD6F50457264}" dt="2026-03-26T15:07:10.852" v="125"/>
          <ac:spMkLst>
            <pc:docMk/>
            <pc:sldMk cId="62529291" sldId="275"/>
            <ac:spMk id="3" creationId="{D1B91115-7944-F49D-F5E4-BED18C64A2CE}"/>
          </ac:spMkLst>
        </pc:spChg>
        <pc:spChg chg="add mod">
          <ac:chgData name="Anil Kumar" userId="b439ac9a8b34c608" providerId="LiveId" clId="{D03C122C-EFB9-4E9A-93C8-FD6F50457264}" dt="2026-03-26T15:09:58.019" v="130" actId="1076"/>
          <ac:spMkLst>
            <pc:docMk/>
            <pc:sldMk cId="62529291" sldId="275"/>
            <ac:spMk id="4" creationId="{E42ABF9D-C32F-56CC-DDB7-5EFBF006A3D3}"/>
          </ac:spMkLst>
        </pc:spChg>
      </pc:sldChg>
      <pc:sldChg chg="add del">
        <pc:chgData name="Anil Kumar" userId="b439ac9a8b34c608" providerId="LiveId" clId="{D03C122C-EFB9-4E9A-93C8-FD6F50457264}" dt="2026-03-26T15:00:53.159" v="92" actId="2696"/>
        <pc:sldMkLst>
          <pc:docMk/>
          <pc:sldMk cId="1254330759" sldId="275"/>
        </pc:sldMkLst>
      </pc:sldChg>
      <pc:sldChg chg="add del">
        <pc:chgData name="Anil Kumar" userId="b439ac9a8b34c608" providerId="LiveId" clId="{D03C122C-EFB9-4E9A-93C8-FD6F50457264}" dt="2026-03-26T15:01:29.268" v="94"/>
        <pc:sldMkLst>
          <pc:docMk/>
          <pc:sldMk cId="3207818762" sldId="275"/>
        </pc:sldMkLst>
      </pc:sldChg>
      <pc:sldChg chg="addSp modSp new mod">
        <pc:chgData name="Anil Kumar" userId="b439ac9a8b34c608" providerId="LiveId" clId="{D03C122C-EFB9-4E9A-93C8-FD6F50457264}" dt="2026-03-26T15:12:42.385" v="145" actId="20577"/>
        <pc:sldMkLst>
          <pc:docMk/>
          <pc:sldMk cId="2693976254" sldId="276"/>
        </pc:sldMkLst>
        <pc:spChg chg="add mod">
          <ac:chgData name="Anil Kumar" userId="b439ac9a8b34c608" providerId="LiveId" clId="{D03C122C-EFB9-4E9A-93C8-FD6F50457264}" dt="2026-03-26T15:11:11.836" v="139" actId="14100"/>
          <ac:spMkLst>
            <pc:docMk/>
            <pc:sldMk cId="2693976254" sldId="276"/>
            <ac:spMk id="2" creationId="{B7718369-14F3-4D8A-385E-36AA306C04D8}"/>
          </ac:spMkLst>
        </pc:spChg>
        <pc:spChg chg="add mod">
          <ac:chgData name="Anil Kumar" userId="b439ac9a8b34c608" providerId="LiveId" clId="{D03C122C-EFB9-4E9A-93C8-FD6F50457264}" dt="2026-03-26T15:12:42.385" v="145" actId="20577"/>
          <ac:spMkLst>
            <pc:docMk/>
            <pc:sldMk cId="2693976254" sldId="276"/>
            <ac:spMk id="3" creationId="{500B962F-7BB0-F580-CA4F-F02D9500D51A}"/>
          </ac:spMkLst>
        </pc:spChg>
      </pc:sldChg>
      <pc:sldChg chg="addSp modSp new mod">
        <pc:chgData name="Anil Kumar" userId="b439ac9a8b34c608" providerId="LiveId" clId="{D03C122C-EFB9-4E9A-93C8-FD6F50457264}" dt="2026-03-26T15:17:13.028" v="179" actId="14100"/>
        <pc:sldMkLst>
          <pc:docMk/>
          <pc:sldMk cId="4195142849" sldId="277"/>
        </pc:sldMkLst>
        <pc:spChg chg="add mod">
          <ac:chgData name="Anil Kumar" userId="b439ac9a8b34c608" providerId="LiveId" clId="{D03C122C-EFB9-4E9A-93C8-FD6F50457264}" dt="2026-03-26T15:17:13.028" v="179" actId="14100"/>
          <ac:spMkLst>
            <pc:docMk/>
            <pc:sldMk cId="4195142849" sldId="277"/>
            <ac:spMk id="2" creationId="{D0D1073D-6CAA-03CC-10D0-78A82E3C6713}"/>
          </ac:spMkLst>
        </pc:spChg>
        <pc:spChg chg="add mod">
          <ac:chgData name="Anil Kumar" userId="b439ac9a8b34c608" providerId="LiveId" clId="{D03C122C-EFB9-4E9A-93C8-FD6F50457264}" dt="2026-03-26T15:17:06.388" v="178" actId="20577"/>
          <ac:spMkLst>
            <pc:docMk/>
            <pc:sldMk cId="4195142849" sldId="277"/>
            <ac:spMk id="3" creationId="{DD7C626B-857E-28BF-D5D1-4C80347B9EF9}"/>
          </ac:spMkLst>
        </pc:spChg>
      </pc:sldChg>
      <pc:sldChg chg="addSp modSp new mod">
        <pc:chgData name="Anil Kumar" userId="b439ac9a8b34c608" providerId="LiveId" clId="{D03C122C-EFB9-4E9A-93C8-FD6F50457264}" dt="2026-03-26T15:21:58.307" v="249" actId="14100"/>
        <pc:sldMkLst>
          <pc:docMk/>
          <pc:sldMk cId="3864774281" sldId="278"/>
        </pc:sldMkLst>
        <pc:spChg chg="add mod">
          <ac:chgData name="Anil Kumar" userId="b439ac9a8b34c608" providerId="LiveId" clId="{D03C122C-EFB9-4E9A-93C8-FD6F50457264}" dt="2026-03-26T15:21:51.168" v="248" actId="20577"/>
          <ac:spMkLst>
            <pc:docMk/>
            <pc:sldMk cId="3864774281" sldId="278"/>
            <ac:spMk id="2" creationId="{49A3EB30-002F-8E8F-31B9-BF1652A32C65}"/>
          </ac:spMkLst>
        </pc:spChg>
        <pc:spChg chg="add mod">
          <ac:chgData name="Anil Kumar" userId="b439ac9a8b34c608" providerId="LiveId" clId="{D03C122C-EFB9-4E9A-93C8-FD6F50457264}" dt="2026-03-26T15:21:58.307" v="249" actId="14100"/>
          <ac:spMkLst>
            <pc:docMk/>
            <pc:sldMk cId="3864774281" sldId="278"/>
            <ac:spMk id="3" creationId="{14566AB3-C9A9-812C-8994-D7F3D8DA8D36}"/>
          </ac:spMkLst>
        </pc:spChg>
      </pc:sldChg>
      <pc:sldChg chg="addSp delSp modSp new mod">
        <pc:chgData name="Anil Kumar" userId="b439ac9a8b34c608" providerId="LiveId" clId="{D03C122C-EFB9-4E9A-93C8-FD6F50457264}" dt="2026-03-26T16:02:08.367" v="270" actId="14100"/>
        <pc:sldMkLst>
          <pc:docMk/>
          <pc:sldMk cId="2715784167" sldId="279"/>
        </pc:sldMkLst>
        <pc:spChg chg="add mod">
          <ac:chgData name="Anil Kumar" userId="b439ac9a8b34c608" providerId="LiveId" clId="{D03C122C-EFB9-4E9A-93C8-FD6F50457264}" dt="2026-03-26T16:01:00.240" v="266"/>
          <ac:spMkLst>
            <pc:docMk/>
            <pc:sldMk cId="2715784167" sldId="279"/>
            <ac:spMk id="2" creationId="{A76A1814-D07C-9ACF-89ED-54C334D99E19}"/>
          </ac:spMkLst>
        </pc:spChg>
        <pc:spChg chg="add del mod">
          <ac:chgData name="Anil Kumar" userId="b439ac9a8b34c608" providerId="LiveId" clId="{D03C122C-EFB9-4E9A-93C8-FD6F50457264}" dt="2026-03-26T16:00:51.737" v="261"/>
          <ac:spMkLst>
            <pc:docMk/>
            <pc:sldMk cId="2715784167" sldId="279"/>
            <ac:spMk id="3" creationId="{8224F993-51E6-02A5-30AD-D49A503C911E}"/>
          </ac:spMkLst>
        </pc:spChg>
        <pc:spChg chg="add mod">
          <ac:chgData name="Anil Kumar" userId="b439ac9a8b34c608" providerId="LiveId" clId="{D03C122C-EFB9-4E9A-93C8-FD6F50457264}" dt="2026-03-26T16:02:08.367" v="270" actId="14100"/>
          <ac:spMkLst>
            <pc:docMk/>
            <pc:sldMk cId="2715784167" sldId="279"/>
            <ac:spMk id="4" creationId="{685405F1-4BB5-1703-CD16-12232974CFA5}"/>
          </ac:spMkLst>
        </pc:spChg>
      </pc:sldChg>
      <pc:sldChg chg="addSp delSp modSp new mod">
        <pc:chgData name="Anil Kumar" userId="b439ac9a8b34c608" providerId="LiveId" clId="{D03C122C-EFB9-4E9A-93C8-FD6F50457264}" dt="2026-03-26T16:14:54.378" v="374"/>
        <pc:sldMkLst>
          <pc:docMk/>
          <pc:sldMk cId="4230494362" sldId="280"/>
        </pc:sldMkLst>
        <pc:spChg chg="add del mod">
          <ac:chgData name="Anil Kumar" userId="b439ac9a8b34c608" providerId="LiveId" clId="{D03C122C-EFB9-4E9A-93C8-FD6F50457264}" dt="2026-03-26T16:08:38.336" v="280"/>
          <ac:spMkLst>
            <pc:docMk/>
            <pc:sldMk cId="4230494362" sldId="280"/>
            <ac:spMk id="2" creationId="{F1953995-A522-CE28-8308-670826C9E58C}"/>
          </ac:spMkLst>
        </pc:spChg>
        <pc:spChg chg="add mod">
          <ac:chgData name="Anil Kumar" userId="b439ac9a8b34c608" providerId="LiveId" clId="{D03C122C-EFB9-4E9A-93C8-FD6F50457264}" dt="2026-03-26T16:12:20.198" v="335" actId="20577"/>
          <ac:spMkLst>
            <pc:docMk/>
            <pc:sldMk cId="4230494362" sldId="280"/>
            <ac:spMk id="4" creationId="{6DCAC60E-634D-3455-ED4A-233DA2BD5EC9}"/>
          </ac:spMkLst>
        </pc:spChg>
        <pc:spChg chg="add del mod">
          <ac:chgData name="Anil Kumar" userId="b439ac9a8b34c608" providerId="LiveId" clId="{D03C122C-EFB9-4E9A-93C8-FD6F50457264}" dt="2026-03-26T16:14:54.376" v="370"/>
          <ac:spMkLst>
            <pc:docMk/>
            <pc:sldMk cId="4230494362" sldId="280"/>
            <ac:spMk id="5" creationId="{F325D7C0-A246-3A91-B82F-01F3D96F30FF}"/>
          </ac:spMkLst>
        </pc:spChg>
        <pc:spChg chg="add del mod">
          <ac:chgData name="Anil Kumar" userId="b439ac9a8b34c608" providerId="LiveId" clId="{D03C122C-EFB9-4E9A-93C8-FD6F50457264}" dt="2026-03-26T16:14:54.378" v="372"/>
          <ac:spMkLst>
            <pc:docMk/>
            <pc:sldMk cId="4230494362" sldId="280"/>
            <ac:spMk id="7" creationId="{2B111F5B-22C5-24F2-7EB7-4499D620775D}"/>
          </ac:spMkLst>
        </pc:spChg>
        <pc:spChg chg="add del mod">
          <ac:chgData name="Anil Kumar" userId="b439ac9a8b34c608" providerId="LiveId" clId="{D03C122C-EFB9-4E9A-93C8-FD6F50457264}" dt="2026-03-26T16:14:54.378" v="374"/>
          <ac:spMkLst>
            <pc:docMk/>
            <pc:sldMk cId="4230494362" sldId="280"/>
            <ac:spMk id="9" creationId="{3817769E-B6A4-E412-BF9A-A4CFF25AF3BE}"/>
          </ac:spMkLst>
        </pc:spChg>
        <pc:picChg chg="add mod">
          <ac:chgData name="Anil Kumar" userId="b439ac9a8b34c608" providerId="LiveId" clId="{D03C122C-EFB9-4E9A-93C8-FD6F50457264}" dt="2026-03-26T16:12:26.775" v="336" actId="14100"/>
          <ac:picMkLst>
            <pc:docMk/>
            <pc:sldMk cId="4230494362" sldId="280"/>
            <ac:picMk id="3" creationId="{C6742A58-1006-9A57-E745-C6EDB5D593C6}"/>
          </ac:picMkLst>
        </pc:picChg>
        <pc:picChg chg="add mod">
          <ac:chgData name="Anil Kumar" userId="b439ac9a8b34c608" providerId="LiveId" clId="{D03C122C-EFB9-4E9A-93C8-FD6F50457264}" dt="2026-03-26T16:13:31.214" v="349" actId="14100"/>
          <ac:picMkLst>
            <pc:docMk/>
            <pc:sldMk cId="4230494362" sldId="280"/>
            <ac:picMk id="6" creationId="{C12F24C9-D11A-BAAE-6E6C-201D19A6F361}"/>
          </ac:picMkLst>
        </pc:picChg>
        <pc:picChg chg="add mod">
          <ac:chgData name="Anil Kumar" userId="b439ac9a8b34c608" providerId="LiveId" clId="{D03C122C-EFB9-4E9A-93C8-FD6F50457264}" dt="2026-03-26T16:14:12.631" v="359" actId="14100"/>
          <ac:picMkLst>
            <pc:docMk/>
            <pc:sldMk cId="4230494362" sldId="280"/>
            <ac:picMk id="8" creationId="{C82A5B46-9189-C5E1-E360-5A212BEE7078}"/>
          </ac:picMkLst>
        </pc:picChg>
        <pc:picChg chg="add mod">
          <ac:chgData name="Anil Kumar" userId="b439ac9a8b34c608" providerId="LiveId" clId="{D03C122C-EFB9-4E9A-93C8-FD6F50457264}" dt="2026-03-26T16:14:50.565" v="367" actId="14100"/>
          <ac:picMkLst>
            <pc:docMk/>
            <pc:sldMk cId="4230494362" sldId="280"/>
            <ac:picMk id="10" creationId="{1528A8C6-B592-B66F-4921-B1FC708920C2}"/>
          </ac:picMkLst>
        </pc:picChg>
      </pc:sldChg>
      <pc:sldChg chg="addSp delSp modSp new mod">
        <pc:chgData name="Anil Kumar" userId="b439ac9a8b34c608" providerId="LiveId" clId="{D03C122C-EFB9-4E9A-93C8-FD6F50457264}" dt="2026-03-26T16:18:05.593" v="430"/>
        <pc:sldMkLst>
          <pc:docMk/>
          <pc:sldMk cId="3792585514" sldId="281"/>
        </pc:sldMkLst>
        <pc:spChg chg="add del mod">
          <ac:chgData name="Anil Kumar" userId="b439ac9a8b34c608" providerId="LiveId" clId="{D03C122C-EFB9-4E9A-93C8-FD6F50457264}" dt="2026-03-26T16:16:51.053" v="403"/>
          <ac:spMkLst>
            <pc:docMk/>
            <pc:sldMk cId="3792585514" sldId="281"/>
            <ac:spMk id="2" creationId="{A09FBEC6-DDE7-C6EA-2AD3-E0C6955D156E}"/>
          </ac:spMkLst>
        </pc:spChg>
        <pc:spChg chg="add del mod">
          <ac:chgData name="Anil Kumar" userId="b439ac9a8b34c608" providerId="LiveId" clId="{D03C122C-EFB9-4E9A-93C8-FD6F50457264}" dt="2026-03-26T16:16:51.055" v="405"/>
          <ac:spMkLst>
            <pc:docMk/>
            <pc:sldMk cId="3792585514" sldId="281"/>
            <ac:spMk id="4" creationId="{60EF83BE-671F-B7AA-FF9C-23328E920717}"/>
          </ac:spMkLst>
        </pc:spChg>
        <pc:spChg chg="add del mod">
          <ac:chgData name="Anil Kumar" userId="b439ac9a8b34c608" providerId="LiveId" clId="{D03C122C-EFB9-4E9A-93C8-FD6F50457264}" dt="2026-03-26T16:17:20.883" v="419" actId="47"/>
          <ac:spMkLst>
            <pc:docMk/>
            <pc:sldMk cId="3792585514" sldId="281"/>
            <ac:spMk id="6" creationId="{37C0361A-7B29-B44F-AE14-458C36A1AF42}"/>
          </ac:spMkLst>
        </pc:spChg>
        <pc:spChg chg="add del mod">
          <ac:chgData name="Anil Kumar" userId="b439ac9a8b34c608" providerId="LiveId" clId="{D03C122C-EFB9-4E9A-93C8-FD6F50457264}" dt="2026-03-26T16:17:20.704" v="418" actId="767"/>
          <ac:spMkLst>
            <pc:docMk/>
            <pc:sldMk cId="3792585514" sldId="281"/>
            <ac:spMk id="8" creationId="{B6E4454C-1797-0805-D247-FB8055C5707C}"/>
          </ac:spMkLst>
        </pc:spChg>
        <pc:spChg chg="add del mod">
          <ac:chgData name="Anil Kumar" userId="b439ac9a8b34c608" providerId="LiveId" clId="{D03C122C-EFB9-4E9A-93C8-FD6F50457264}" dt="2026-03-26T16:18:05.593" v="430"/>
          <ac:spMkLst>
            <pc:docMk/>
            <pc:sldMk cId="3792585514" sldId="281"/>
            <ac:spMk id="11" creationId="{3FE17082-26CB-ABCA-56BE-C10291682220}"/>
          </ac:spMkLst>
        </pc:spChg>
        <pc:picChg chg="add mod">
          <ac:chgData name="Anil Kumar" userId="b439ac9a8b34c608" providerId="LiveId" clId="{D03C122C-EFB9-4E9A-93C8-FD6F50457264}" dt="2026-03-26T16:15:31.339" v="382" actId="14100"/>
          <ac:picMkLst>
            <pc:docMk/>
            <pc:sldMk cId="3792585514" sldId="281"/>
            <ac:picMk id="3" creationId="{07B64BB7-205F-1BD7-7DDB-6F1058CA3EE5}"/>
          </ac:picMkLst>
        </pc:picChg>
        <pc:picChg chg="add mod">
          <ac:chgData name="Anil Kumar" userId="b439ac9a8b34c608" providerId="LiveId" clId="{D03C122C-EFB9-4E9A-93C8-FD6F50457264}" dt="2026-03-26T16:16:16.736" v="394" actId="14100"/>
          <ac:picMkLst>
            <pc:docMk/>
            <pc:sldMk cId="3792585514" sldId="281"/>
            <ac:picMk id="5" creationId="{560D5D3E-57FA-97D9-2C03-FC9C8777C259}"/>
          </ac:picMkLst>
        </pc:picChg>
        <pc:picChg chg="add mod">
          <ac:chgData name="Anil Kumar" userId="b439ac9a8b34c608" providerId="LiveId" clId="{D03C122C-EFB9-4E9A-93C8-FD6F50457264}" dt="2026-03-26T16:16:49.694" v="401" actId="14100"/>
          <ac:picMkLst>
            <pc:docMk/>
            <pc:sldMk cId="3792585514" sldId="281"/>
            <ac:picMk id="7" creationId="{9C2CFBBA-8D4F-AC95-3199-88FB2D4D7702}"/>
          </ac:picMkLst>
        </pc:picChg>
        <pc:picChg chg="add mod">
          <ac:chgData name="Anil Kumar" userId="b439ac9a8b34c608" providerId="LiveId" clId="{D03C122C-EFB9-4E9A-93C8-FD6F50457264}" dt="2026-03-26T16:17:20.559" v="417"/>
          <ac:picMkLst>
            <pc:docMk/>
            <pc:sldMk cId="3792585514" sldId="281"/>
            <ac:picMk id="9" creationId="{0D6D6968-19AD-DB2B-2A5F-418EDD8FBB76}"/>
          </ac:picMkLst>
        </pc:picChg>
        <pc:picChg chg="add del mod">
          <ac:chgData name="Anil Kumar" userId="b439ac9a8b34c608" providerId="LiveId" clId="{D03C122C-EFB9-4E9A-93C8-FD6F50457264}" dt="2026-03-26T16:17:19.914" v="416"/>
          <ac:picMkLst>
            <pc:docMk/>
            <pc:sldMk cId="3792585514" sldId="281"/>
            <ac:picMk id="10" creationId="{0FFA5A55-5B0D-9D5C-DE9B-5FB88A1CD060}"/>
          </ac:picMkLst>
        </pc:picChg>
        <pc:picChg chg="add mod">
          <ac:chgData name="Anil Kumar" userId="b439ac9a8b34c608" providerId="LiveId" clId="{D03C122C-EFB9-4E9A-93C8-FD6F50457264}" dt="2026-03-26T16:17:55.232" v="427" actId="14100"/>
          <ac:picMkLst>
            <pc:docMk/>
            <pc:sldMk cId="3792585514" sldId="281"/>
            <ac:picMk id="12" creationId="{A6E72F68-EBBD-53B3-6FDD-030D5FC740E3}"/>
          </ac:picMkLst>
        </pc:picChg>
      </pc:sldChg>
      <pc:sldChg chg="addSp delSp modSp new mod">
        <pc:chgData name="Anil Kumar" userId="b439ac9a8b34c608" providerId="LiveId" clId="{D03C122C-EFB9-4E9A-93C8-FD6F50457264}" dt="2026-03-26T16:20:56.325" v="472"/>
        <pc:sldMkLst>
          <pc:docMk/>
          <pc:sldMk cId="3062669069" sldId="282"/>
        </pc:sldMkLst>
        <pc:spChg chg="add del mod">
          <ac:chgData name="Anil Kumar" userId="b439ac9a8b34c608" providerId="LiveId" clId="{D03C122C-EFB9-4E9A-93C8-FD6F50457264}" dt="2026-03-26T16:19:01.605" v="448"/>
          <ac:spMkLst>
            <pc:docMk/>
            <pc:sldMk cId="3062669069" sldId="282"/>
            <ac:spMk id="2" creationId="{B45F7128-7648-D28A-8054-26D0242323FD}"/>
          </ac:spMkLst>
        </pc:spChg>
        <pc:spChg chg="add del mod">
          <ac:chgData name="Anil Kumar" userId="b439ac9a8b34c608" providerId="LiveId" clId="{D03C122C-EFB9-4E9A-93C8-FD6F50457264}" dt="2026-03-26T16:19:10.102" v="452"/>
          <ac:spMkLst>
            <pc:docMk/>
            <pc:sldMk cId="3062669069" sldId="282"/>
            <ac:spMk id="4" creationId="{5453B411-C700-BAD5-FCDD-1832A0991DE6}"/>
          </ac:spMkLst>
        </pc:spChg>
        <pc:spChg chg="add del mod">
          <ac:chgData name="Anil Kumar" userId="b439ac9a8b34c608" providerId="LiveId" clId="{D03C122C-EFB9-4E9A-93C8-FD6F50457264}" dt="2026-03-26T16:19:38.993" v="457"/>
          <ac:spMkLst>
            <pc:docMk/>
            <pc:sldMk cId="3062669069" sldId="282"/>
            <ac:spMk id="5" creationId="{1A9CB4F4-D2C6-71A2-1C20-50D03EF7626F}"/>
          </ac:spMkLst>
        </pc:spChg>
        <pc:spChg chg="add del mod">
          <ac:chgData name="Anil Kumar" userId="b439ac9a8b34c608" providerId="LiveId" clId="{D03C122C-EFB9-4E9A-93C8-FD6F50457264}" dt="2026-03-26T16:20:56.325" v="470"/>
          <ac:spMkLst>
            <pc:docMk/>
            <pc:sldMk cId="3062669069" sldId="282"/>
            <ac:spMk id="7" creationId="{1A57F9E6-F124-2E58-759E-00FB11CE8CA4}"/>
          </ac:spMkLst>
        </pc:spChg>
        <pc:spChg chg="add del mod">
          <ac:chgData name="Anil Kumar" userId="b439ac9a8b34c608" providerId="LiveId" clId="{D03C122C-EFB9-4E9A-93C8-FD6F50457264}" dt="2026-03-26T16:20:56.325" v="472"/>
          <ac:spMkLst>
            <pc:docMk/>
            <pc:sldMk cId="3062669069" sldId="282"/>
            <ac:spMk id="9" creationId="{00DB3200-3309-CCC5-2187-BFE8060E33BA}"/>
          </ac:spMkLst>
        </pc:spChg>
        <pc:picChg chg="add mod">
          <ac:chgData name="Anil Kumar" userId="b439ac9a8b34c608" providerId="LiveId" clId="{D03C122C-EFB9-4E9A-93C8-FD6F50457264}" dt="2026-03-26T16:19:56.082" v="460" actId="14100"/>
          <ac:picMkLst>
            <pc:docMk/>
            <pc:sldMk cId="3062669069" sldId="282"/>
            <ac:picMk id="3" creationId="{8E00D94A-B046-E4D1-4CD9-B46F96383AB3}"/>
          </ac:picMkLst>
        </pc:picChg>
        <pc:picChg chg="add mod">
          <ac:chgData name="Anil Kumar" userId="b439ac9a8b34c608" providerId="LiveId" clId="{D03C122C-EFB9-4E9A-93C8-FD6F50457264}" dt="2026-03-26T16:20:00.178" v="461" actId="14100"/>
          <ac:picMkLst>
            <pc:docMk/>
            <pc:sldMk cId="3062669069" sldId="282"/>
            <ac:picMk id="6" creationId="{E342B50B-A92E-4EC4-92F0-9625AFBAFC61}"/>
          </ac:picMkLst>
        </pc:picChg>
        <pc:picChg chg="add mod">
          <ac:chgData name="Anil Kumar" userId="b439ac9a8b34c608" providerId="LiveId" clId="{D03C122C-EFB9-4E9A-93C8-FD6F50457264}" dt="2026-03-26T16:20:26.916" v="464" actId="1076"/>
          <ac:picMkLst>
            <pc:docMk/>
            <pc:sldMk cId="3062669069" sldId="282"/>
            <ac:picMk id="8" creationId="{75C23E44-DE91-271C-7B92-5CEE0E6E033B}"/>
          </ac:picMkLst>
        </pc:picChg>
        <pc:picChg chg="add mod">
          <ac:chgData name="Anil Kumar" userId="b439ac9a8b34c608" providerId="LiveId" clId="{D03C122C-EFB9-4E9A-93C8-FD6F50457264}" dt="2026-03-26T16:20:52.792" v="467" actId="1076"/>
          <ac:picMkLst>
            <pc:docMk/>
            <pc:sldMk cId="3062669069" sldId="282"/>
            <ac:picMk id="10" creationId="{A11BE21E-5EF7-55DA-31CC-B9BEA029EEBA}"/>
          </ac:picMkLst>
        </pc:picChg>
      </pc:sldChg>
      <pc:sldChg chg="addSp delSp modSp new mod">
        <pc:chgData name="Anil Kumar" userId="b439ac9a8b34c608" providerId="LiveId" clId="{D03C122C-EFB9-4E9A-93C8-FD6F50457264}" dt="2026-03-26T16:22:05.060" v="484"/>
        <pc:sldMkLst>
          <pc:docMk/>
          <pc:sldMk cId="597613138" sldId="283"/>
        </pc:sldMkLst>
        <pc:spChg chg="add del mod">
          <ac:chgData name="Anil Kumar" userId="b439ac9a8b34c608" providerId="LiveId" clId="{D03C122C-EFB9-4E9A-93C8-FD6F50457264}" dt="2026-03-26T16:22:05.060" v="482"/>
          <ac:spMkLst>
            <pc:docMk/>
            <pc:sldMk cId="597613138" sldId="283"/>
            <ac:spMk id="2" creationId="{79B72F52-74CB-82F1-9F21-4BFAF49A2001}"/>
          </ac:spMkLst>
        </pc:spChg>
        <pc:spChg chg="add del mod">
          <ac:chgData name="Anil Kumar" userId="b439ac9a8b34c608" providerId="LiveId" clId="{D03C122C-EFB9-4E9A-93C8-FD6F50457264}" dt="2026-03-26T16:22:05.060" v="484"/>
          <ac:spMkLst>
            <pc:docMk/>
            <pc:sldMk cId="597613138" sldId="283"/>
            <ac:spMk id="4" creationId="{D8ED9985-CF17-297D-1269-6E67A4183EEE}"/>
          </ac:spMkLst>
        </pc:spChg>
        <pc:picChg chg="add mod">
          <ac:chgData name="Anil Kumar" userId="b439ac9a8b34c608" providerId="LiveId" clId="{D03C122C-EFB9-4E9A-93C8-FD6F50457264}" dt="2026-03-26T16:21:45.781" v="476" actId="1076"/>
          <ac:picMkLst>
            <pc:docMk/>
            <pc:sldMk cId="597613138" sldId="283"/>
            <ac:picMk id="3" creationId="{A33DE9FE-5F36-53F0-73FE-D67F67720CBC}"/>
          </ac:picMkLst>
        </pc:picChg>
        <pc:picChg chg="add mod">
          <ac:chgData name="Anil Kumar" userId="b439ac9a8b34c608" providerId="LiveId" clId="{D03C122C-EFB9-4E9A-93C8-FD6F50457264}" dt="2026-03-26T16:22:01.884" v="479" actId="1076"/>
          <ac:picMkLst>
            <pc:docMk/>
            <pc:sldMk cId="597613138" sldId="283"/>
            <ac:picMk id="5" creationId="{CACA422E-1A35-78E1-7838-38589608D594}"/>
          </ac:picMkLst>
        </pc:picChg>
      </pc:sldChg>
      <pc:sldChg chg="addSp delSp modSp new mod">
        <pc:chgData name="Anil Kumar" userId="b439ac9a8b34c608" providerId="LiveId" clId="{D03C122C-EFB9-4E9A-93C8-FD6F50457264}" dt="2026-03-26T16:36:42.564" v="628" actId="255"/>
        <pc:sldMkLst>
          <pc:docMk/>
          <pc:sldMk cId="2949486560" sldId="284"/>
        </pc:sldMkLst>
        <pc:spChg chg="add del mod">
          <ac:chgData name="Anil Kumar" userId="b439ac9a8b34c608" providerId="LiveId" clId="{D03C122C-EFB9-4E9A-93C8-FD6F50457264}" dt="2026-03-26T16:26:13.105" v="495"/>
          <ac:spMkLst>
            <pc:docMk/>
            <pc:sldMk cId="2949486560" sldId="284"/>
            <ac:spMk id="2" creationId="{8139ADE1-60B0-2ACD-0496-7511B01B867C}"/>
          </ac:spMkLst>
        </pc:spChg>
        <pc:spChg chg="add mod">
          <ac:chgData name="Anil Kumar" userId="b439ac9a8b34c608" providerId="LiveId" clId="{D03C122C-EFB9-4E9A-93C8-FD6F50457264}" dt="2026-03-26T16:36:42.564" v="628" actId="255"/>
          <ac:spMkLst>
            <pc:docMk/>
            <pc:sldMk cId="2949486560" sldId="284"/>
            <ac:spMk id="3" creationId="{299A0658-3F02-70C5-7967-464E14EF060D}"/>
          </ac:spMkLst>
        </pc:spChg>
        <pc:spChg chg="add mod">
          <ac:chgData name="Anil Kumar" userId="b439ac9a8b34c608" providerId="LiveId" clId="{D03C122C-EFB9-4E9A-93C8-FD6F50457264}" dt="2026-03-26T16:29:27.464" v="537" actId="2711"/>
          <ac:spMkLst>
            <pc:docMk/>
            <pc:sldMk cId="2949486560" sldId="284"/>
            <ac:spMk id="4" creationId="{847CFC72-F851-ADF2-6BE1-5C229772B053}"/>
          </ac:spMkLst>
        </pc:spChg>
      </pc:sldChg>
      <pc:sldChg chg="addSp modSp new mod">
        <pc:chgData name="Anil Kumar" userId="b439ac9a8b34c608" providerId="LiveId" clId="{D03C122C-EFB9-4E9A-93C8-FD6F50457264}" dt="2026-03-26T16:39:01.778" v="651" actId="14100"/>
        <pc:sldMkLst>
          <pc:docMk/>
          <pc:sldMk cId="2490519065" sldId="285"/>
        </pc:sldMkLst>
        <pc:spChg chg="add mod">
          <ac:chgData name="Anil Kumar" userId="b439ac9a8b34c608" providerId="LiveId" clId="{D03C122C-EFB9-4E9A-93C8-FD6F50457264}" dt="2026-03-26T16:39:01.778" v="651" actId="14100"/>
          <ac:spMkLst>
            <pc:docMk/>
            <pc:sldMk cId="2490519065" sldId="285"/>
            <ac:spMk id="2" creationId="{8D992201-C055-019D-EACC-EBEA54F3FD47}"/>
          </ac:spMkLst>
        </pc:spChg>
        <pc:spChg chg="add mod">
          <ac:chgData name="Anil Kumar" userId="b439ac9a8b34c608" providerId="LiveId" clId="{D03C122C-EFB9-4E9A-93C8-FD6F50457264}" dt="2026-03-26T16:38:57.648" v="650" actId="115"/>
          <ac:spMkLst>
            <pc:docMk/>
            <pc:sldMk cId="2490519065" sldId="285"/>
            <ac:spMk id="3" creationId="{8F27D99C-5299-7477-B02C-71F5FC0E83AF}"/>
          </ac:spMkLst>
        </pc:spChg>
      </pc:sldChg>
      <pc:sldChg chg="addSp modSp new del mod">
        <pc:chgData name="Anil Kumar" userId="b439ac9a8b34c608" providerId="LiveId" clId="{D03C122C-EFB9-4E9A-93C8-FD6F50457264}" dt="2026-03-27T05:25:17.057" v="1172" actId="2696"/>
        <pc:sldMkLst>
          <pc:docMk/>
          <pc:sldMk cId="364570562" sldId="286"/>
        </pc:sldMkLst>
        <pc:spChg chg="add mod">
          <ac:chgData name="Anil Kumar" userId="b439ac9a8b34c608" providerId="LiveId" clId="{D03C122C-EFB9-4E9A-93C8-FD6F50457264}" dt="2026-03-26T16:40:15.366" v="674" actId="115"/>
          <ac:spMkLst>
            <pc:docMk/>
            <pc:sldMk cId="364570562" sldId="286"/>
            <ac:spMk id="2" creationId="{9EBAC799-4BA6-7CEB-CE74-1F9A04677518}"/>
          </ac:spMkLst>
        </pc:spChg>
      </pc:sldChg>
      <pc:sldChg chg="addSp delSp modSp new mod modClrScheme chgLayout">
        <pc:chgData name="Anil Kumar" userId="b439ac9a8b34c608" providerId="LiveId" clId="{D03C122C-EFB9-4E9A-93C8-FD6F50457264}" dt="2026-03-27T05:27:58.964" v="1177" actId="20577"/>
        <pc:sldMkLst>
          <pc:docMk/>
          <pc:sldMk cId="1983209355" sldId="287"/>
        </pc:sldMkLst>
        <pc:spChg chg="del mod ord">
          <ac:chgData name="Anil Kumar" userId="b439ac9a8b34c608" providerId="LiveId" clId="{D03C122C-EFB9-4E9A-93C8-FD6F50457264}" dt="2026-03-27T05:16:37.580" v="1036" actId="700"/>
          <ac:spMkLst>
            <pc:docMk/>
            <pc:sldMk cId="1983209355" sldId="287"/>
            <ac:spMk id="2" creationId="{84191D66-1670-5466-A545-2C4B5791C4BF}"/>
          </ac:spMkLst>
        </pc:spChg>
        <pc:spChg chg="del">
          <ac:chgData name="Anil Kumar" userId="b439ac9a8b34c608" providerId="LiveId" clId="{D03C122C-EFB9-4E9A-93C8-FD6F50457264}" dt="2026-03-27T05:16:37.580" v="1036" actId="700"/>
          <ac:spMkLst>
            <pc:docMk/>
            <pc:sldMk cId="1983209355" sldId="287"/>
            <ac:spMk id="3" creationId="{965F0AA1-7CC1-A164-476A-136E9B616022}"/>
          </ac:spMkLst>
        </pc:spChg>
        <pc:spChg chg="add mod ord">
          <ac:chgData name="Anil Kumar" userId="b439ac9a8b34c608" providerId="LiveId" clId="{D03C122C-EFB9-4E9A-93C8-FD6F50457264}" dt="2026-03-27T05:17:54.189" v="1121" actId="2711"/>
          <ac:spMkLst>
            <pc:docMk/>
            <pc:sldMk cId="1983209355" sldId="287"/>
            <ac:spMk id="4" creationId="{ADF2A5F6-4DB9-2FB9-50E3-65C25FFD5EB8}"/>
          </ac:spMkLst>
        </pc:spChg>
        <pc:spChg chg="add mod">
          <ac:chgData name="Anil Kumar" userId="b439ac9a8b34c608" providerId="LiveId" clId="{D03C122C-EFB9-4E9A-93C8-FD6F50457264}" dt="2026-03-27T05:27:58.964" v="1177" actId="20577"/>
          <ac:spMkLst>
            <pc:docMk/>
            <pc:sldMk cId="1983209355" sldId="287"/>
            <ac:spMk id="5" creationId="{204445CA-B644-9772-897B-464DAA8D9F1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C1A558-D622-485D-9F6B-988FCFC7DD3D}" type="datetimeFigureOut">
              <a:rPr lang="en-IN" smtClean="0"/>
              <a:t>27-03-2026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D8F98-B4C8-4C0C-9B9B-BB5CFB9C0604}" type="slidenum">
              <a:rPr lang="en-IN" smtClean="0"/>
              <a:t>‹#›</a:t>
            </a:fld>
            <a:endParaRPr lang="en-IN"/>
          </a:p>
        </p:txBody>
      </p:sp>
    </p:spTree>
    <p:extLst>
      <p:ext uri="{BB962C8B-B14F-4D97-AF65-F5344CB8AC3E}">
        <p14:creationId xmlns:p14="http://schemas.microsoft.com/office/powerpoint/2010/main" val="1361318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2D8F98-B4C8-4C0C-9B9B-BB5CFB9C0604}" type="slidenum">
              <a:rPr lang="en-IN" smtClean="0"/>
              <a:t>1</a:t>
            </a:fld>
            <a:endParaRPr lang="en-IN"/>
          </a:p>
        </p:txBody>
      </p:sp>
    </p:spTree>
    <p:extLst>
      <p:ext uri="{BB962C8B-B14F-4D97-AF65-F5344CB8AC3E}">
        <p14:creationId xmlns:p14="http://schemas.microsoft.com/office/powerpoint/2010/main" val="3892587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16E6D-AB28-AD41-CAD4-1FB815D8B0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E2A7828-C53F-1088-51D5-8376711AC3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030C61-FB17-B010-B0FE-C567AA86D8A7}"/>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5" name="Footer Placeholder 4">
            <a:extLst>
              <a:ext uri="{FF2B5EF4-FFF2-40B4-BE49-F238E27FC236}">
                <a16:creationId xmlns:a16="http://schemas.microsoft.com/office/drawing/2014/main" id="{327DC0F3-10EE-716C-C999-2CE6FFB239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31051C-63CD-E732-98A6-F3E8F3BA248E}"/>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248889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BBAD1-00AE-3B53-8AF7-0B9972379E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740902-152E-0362-9ECC-EB69F23EF1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77443B-04B3-6A24-B8FE-9DBA0C7FFC1D}"/>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5" name="Footer Placeholder 4">
            <a:extLst>
              <a:ext uri="{FF2B5EF4-FFF2-40B4-BE49-F238E27FC236}">
                <a16:creationId xmlns:a16="http://schemas.microsoft.com/office/drawing/2014/main" id="{854C0274-915F-AD78-1118-D7FA360E2B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514B9C-6799-421B-C1E4-5970AEB0F27E}"/>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4223506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6F878-CFE0-CA61-4C88-4A4C0A357F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4621AE-EF49-AED4-8D85-547C5BC24B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7ED15B-8FBD-2A21-8C67-15F8EEF709E1}"/>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5" name="Footer Placeholder 4">
            <a:extLst>
              <a:ext uri="{FF2B5EF4-FFF2-40B4-BE49-F238E27FC236}">
                <a16:creationId xmlns:a16="http://schemas.microsoft.com/office/drawing/2014/main" id="{D8870645-E3EF-88CB-53B7-0504A15123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52DBE5-30BE-72E1-3C0A-8ABCBCEA9DB4}"/>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380691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9BDDD-1DCE-A6DC-55EA-6C19D246B1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A03C07-7041-0AAD-602E-5D61517305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A90F8F-A25A-27A3-DBD3-7CAD95A7BA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1AB413-1A4C-CE18-BE0E-E59DAFCA33BD}"/>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6" name="Footer Placeholder 5">
            <a:extLst>
              <a:ext uri="{FF2B5EF4-FFF2-40B4-BE49-F238E27FC236}">
                <a16:creationId xmlns:a16="http://schemas.microsoft.com/office/drawing/2014/main" id="{6845A8DE-DA38-B42E-10D7-E3F8B63B07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749C96-2B03-E011-4F28-BE6A2193F92D}"/>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1642309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7ACD9-1AD9-97BF-99E1-1E853BD654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991438-FF4C-ADBD-32D7-CA420C9C63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90DFBA-0573-1989-8E7D-2402316CAA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1B2965-C678-2091-C43D-CF495EAC68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0F1BE-2713-5791-EF81-78D2A9D5F5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BC5D4F-C9B9-2704-0087-BFBCD54DDAB6}"/>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8" name="Footer Placeholder 7">
            <a:extLst>
              <a:ext uri="{FF2B5EF4-FFF2-40B4-BE49-F238E27FC236}">
                <a16:creationId xmlns:a16="http://schemas.microsoft.com/office/drawing/2014/main" id="{883E61EF-E5CC-5A4B-5FDF-8162DF5051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B1AE5F1-8A76-FD2B-13B3-A65D97B6B229}"/>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1063329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0A8D-DB5C-9D88-80C5-C74333CCBB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3580C4-A679-1883-2325-FAF35408F647}"/>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4" name="Footer Placeholder 3">
            <a:extLst>
              <a:ext uri="{FF2B5EF4-FFF2-40B4-BE49-F238E27FC236}">
                <a16:creationId xmlns:a16="http://schemas.microsoft.com/office/drawing/2014/main" id="{0639E75A-609C-1ACC-3282-F29BECE4A3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337341-46EE-11E0-D858-8F735F89F6FF}"/>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2976393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01C5CB-61D6-30A5-2019-C0E3AA3B160F}"/>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3" name="Footer Placeholder 2">
            <a:extLst>
              <a:ext uri="{FF2B5EF4-FFF2-40B4-BE49-F238E27FC236}">
                <a16:creationId xmlns:a16="http://schemas.microsoft.com/office/drawing/2014/main" id="{CF5E2458-8D22-BF29-F307-18556F56A2F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AC2BA4A-29E0-5A65-4275-07E798834203}"/>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179206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FA9DF-DADE-2AB8-0FC2-B78089788C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2FA6F5-89EE-43E1-9941-49BCF5F2B9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8FC9E7-B62E-65FE-42AC-F3DE9F421B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894131-2437-C5DA-32EF-48F8382A013F}"/>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6" name="Footer Placeholder 5">
            <a:extLst>
              <a:ext uri="{FF2B5EF4-FFF2-40B4-BE49-F238E27FC236}">
                <a16:creationId xmlns:a16="http://schemas.microsoft.com/office/drawing/2014/main" id="{27F97105-4AAA-1E0D-EC77-98C33FC481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B2ED9E-86C0-56EE-C88B-B45442592716}"/>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4076689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3BB6C-8191-1FC1-5EC5-6E5BD58787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9537B6-DECE-9417-51CD-3723AF57CA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D7BAA8-9670-47E9-8764-29ED83DE5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DCF302-A5BD-97AC-70C3-AAB1C8167CAE}"/>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6" name="Footer Placeholder 5">
            <a:extLst>
              <a:ext uri="{FF2B5EF4-FFF2-40B4-BE49-F238E27FC236}">
                <a16:creationId xmlns:a16="http://schemas.microsoft.com/office/drawing/2014/main" id="{42B8E651-DEE9-827B-2F45-43978E495B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CE1478-789C-037D-0A98-DDDE4E487842}"/>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3210246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A0160-BE03-AA99-5008-BFB09AF3899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D95B59-EEEA-9E19-92F0-18A8669A1C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5AACC7-619E-F666-2BCB-0516CA92E513}"/>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5" name="Footer Placeholder 4">
            <a:extLst>
              <a:ext uri="{FF2B5EF4-FFF2-40B4-BE49-F238E27FC236}">
                <a16:creationId xmlns:a16="http://schemas.microsoft.com/office/drawing/2014/main" id="{1B051E90-32E6-956F-99B1-F5F4328CE1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292EAC-153B-4E3C-49CB-C8DA1F79D765}"/>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3750548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C0226E-E7F8-CEDE-3498-288DE4A334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8A819E-6E51-2A65-68A9-798A4BA8D1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3FCDC5-5A05-F896-69E3-125F7AB525C2}"/>
              </a:ext>
            </a:extLst>
          </p:cNvPr>
          <p:cNvSpPr>
            <a:spLocks noGrp="1"/>
          </p:cNvSpPr>
          <p:nvPr>
            <p:ph type="dt" sz="half" idx="10"/>
          </p:nvPr>
        </p:nvSpPr>
        <p:spPr/>
        <p:txBody>
          <a:bodyPr/>
          <a:lstStyle/>
          <a:p>
            <a:fld id="{C1F7BEBC-6783-4EF8-92FA-B4974E14F14B}" type="datetimeFigureOut">
              <a:rPr lang="en-IN" smtClean="0"/>
              <a:t>27-03-2026</a:t>
            </a:fld>
            <a:endParaRPr lang="en-IN"/>
          </a:p>
        </p:txBody>
      </p:sp>
      <p:sp>
        <p:nvSpPr>
          <p:cNvPr id="5" name="Footer Placeholder 4">
            <a:extLst>
              <a:ext uri="{FF2B5EF4-FFF2-40B4-BE49-F238E27FC236}">
                <a16:creationId xmlns:a16="http://schemas.microsoft.com/office/drawing/2014/main" id="{A49DE611-BC1A-9296-2502-5D203E6D6E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6AEFCE-AF52-079D-D535-845542C100E6}"/>
              </a:ext>
            </a:extLst>
          </p:cNvPr>
          <p:cNvSpPr>
            <a:spLocks noGrp="1"/>
          </p:cNvSpPr>
          <p:nvPr>
            <p:ph type="sldNum" sz="quarter" idx="12"/>
          </p:nvPr>
        </p:nvSpPr>
        <p:spPr/>
        <p:txBody>
          <a:bodyPr/>
          <a:lstStyle/>
          <a:p>
            <a:fld id="{1634504E-40FF-4C84-A6CC-FAF27754BCCE}" type="slidenum">
              <a:rPr lang="en-IN" smtClean="0"/>
              <a:t>‹#›</a:t>
            </a:fld>
            <a:endParaRPr lang="en-IN"/>
          </a:p>
        </p:txBody>
      </p:sp>
    </p:spTree>
    <p:extLst>
      <p:ext uri="{BB962C8B-B14F-4D97-AF65-F5344CB8AC3E}">
        <p14:creationId xmlns:p14="http://schemas.microsoft.com/office/powerpoint/2010/main" val="4265933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227019-DC72-D28A-9805-86BFA7F29A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F1942A-66F1-F6D6-290D-270B234683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A5A541-DAFF-01F8-8E70-AA87E658B4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F7BEBC-6783-4EF8-92FA-B4974E14F14B}" type="datetimeFigureOut">
              <a:rPr lang="en-IN" smtClean="0"/>
              <a:t>27-03-2026</a:t>
            </a:fld>
            <a:endParaRPr lang="en-IN"/>
          </a:p>
        </p:txBody>
      </p:sp>
      <p:sp>
        <p:nvSpPr>
          <p:cNvPr id="5" name="Footer Placeholder 4">
            <a:extLst>
              <a:ext uri="{FF2B5EF4-FFF2-40B4-BE49-F238E27FC236}">
                <a16:creationId xmlns:a16="http://schemas.microsoft.com/office/drawing/2014/main" id="{2749BB73-58AB-A0B9-B643-A9F390DCB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9D7E754-B714-E454-22B2-E3512AACA0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34504E-40FF-4C84-A6CC-FAF27754BCCE}" type="slidenum">
              <a:rPr lang="en-IN" smtClean="0"/>
              <a:t>‹#›</a:t>
            </a:fld>
            <a:endParaRPr lang="en-IN"/>
          </a:p>
        </p:txBody>
      </p:sp>
    </p:spTree>
    <p:extLst>
      <p:ext uri="{BB962C8B-B14F-4D97-AF65-F5344CB8AC3E}">
        <p14:creationId xmlns:p14="http://schemas.microsoft.com/office/powerpoint/2010/main" val="3093300161"/>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CB89-A1F6-9B81-01C3-2044C0764ECE}"/>
              </a:ext>
            </a:extLst>
          </p:cNvPr>
          <p:cNvSpPr>
            <a:spLocks noGrp="1"/>
          </p:cNvSpPr>
          <p:nvPr>
            <p:ph type="ctrTitle" idx="4294967295"/>
          </p:nvPr>
        </p:nvSpPr>
        <p:spPr>
          <a:xfrm>
            <a:off x="1533832" y="1730477"/>
            <a:ext cx="8603226" cy="1698523"/>
          </a:xfrm>
        </p:spPr>
        <p:txBody>
          <a:bodyPr>
            <a:normAutofit/>
          </a:bodyPr>
          <a:lstStyle/>
          <a:p>
            <a:pPr algn="ctr"/>
            <a:r>
              <a:rPr lang="en-IN" sz="5400" dirty="0">
                <a:latin typeface="Arial Rounded MT Bold" panose="020F0704030504030204" pitchFamily="34" charset="0"/>
              </a:rPr>
              <a:t>REAL TIME RESEARCH PROJECT </a:t>
            </a:r>
          </a:p>
        </p:txBody>
      </p:sp>
      <p:sp>
        <p:nvSpPr>
          <p:cNvPr id="4" name="TextBox 3">
            <a:extLst>
              <a:ext uri="{FF2B5EF4-FFF2-40B4-BE49-F238E27FC236}">
                <a16:creationId xmlns:a16="http://schemas.microsoft.com/office/drawing/2014/main" id="{93252755-AD29-7557-30E6-5957E0F1C336}"/>
              </a:ext>
            </a:extLst>
          </p:cNvPr>
          <p:cNvSpPr txBox="1"/>
          <p:nvPr/>
        </p:nvSpPr>
        <p:spPr>
          <a:xfrm>
            <a:off x="7983794" y="4119715"/>
            <a:ext cx="2910347" cy="1754326"/>
          </a:xfrm>
          <a:prstGeom prst="rect">
            <a:avLst/>
          </a:prstGeom>
          <a:noFill/>
        </p:spPr>
        <p:txBody>
          <a:bodyPr wrap="square" rtlCol="0">
            <a:spAutoFit/>
          </a:bodyPr>
          <a:lstStyle/>
          <a:p>
            <a:r>
              <a:rPr lang="en-IN" b="1" u="sng" dirty="0">
                <a:latin typeface="Times New Roman" panose="02020603050405020304" pitchFamily="18" charset="0"/>
                <a:cs typeface="Times New Roman" panose="02020603050405020304" pitchFamily="18" charset="0"/>
              </a:rPr>
              <a:t>PRESENTED BY:</a:t>
            </a:r>
          </a:p>
          <a:p>
            <a:r>
              <a:rPr lang="en-IN" b="1" dirty="0"/>
              <a:t>       </a:t>
            </a:r>
            <a:r>
              <a:rPr lang="en-IN" b="1" dirty="0">
                <a:latin typeface="Times New Roman" panose="02020603050405020304" pitchFamily="18" charset="0"/>
                <a:cs typeface="Times New Roman" panose="02020603050405020304" pitchFamily="18" charset="0"/>
              </a:rPr>
              <a:t>BATCH – 19</a:t>
            </a:r>
          </a:p>
          <a:p>
            <a:r>
              <a:rPr lang="en-IN" b="1" dirty="0" err="1">
                <a:latin typeface="Times New Roman" panose="02020603050405020304" pitchFamily="18" charset="0"/>
                <a:cs typeface="Times New Roman" panose="02020603050405020304" pitchFamily="18" charset="0"/>
              </a:rPr>
              <a:t>V.Shireesha</a:t>
            </a:r>
            <a:r>
              <a:rPr lang="en-IN" b="1" dirty="0">
                <a:latin typeface="Times New Roman" panose="02020603050405020304" pitchFamily="18" charset="0"/>
                <a:cs typeface="Times New Roman" panose="02020603050405020304" pitchFamily="18" charset="0"/>
              </a:rPr>
              <a:t> - 247R1A05C8</a:t>
            </a:r>
          </a:p>
          <a:p>
            <a:r>
              <a:rPr lang="en-IN" b="1" dirty="0" err="1">
                <a:latin typeface="Times New Roman" panose="02020603050405020304" pitchFamily="18" charset="0"/>
                <a:cs typeface="Times New Roman" panose="02020603050405020304" pitchFamily="18" charset="0"/>
              </a:rPr>
              <a:t>B.Rakesh</a:t>
            </a:r>
            <a:r>
              <a:rPr lang="en-IN" b="1" dirty="0">
                <a:latin typeface="Times New Roman" panose="02020603050405020304" pitchFamily="18" charset="0"/>
                <a:cs typeface="Times New Roman" panose="02020603050405020304" pitchFamily="18" charset="0"/>
              </a:rPr>
              <a:t>     - 247R1A0571</a:t>
            </a:r>
          </a:p>
          <a:p>
            <a:r>
              <a:rPr lang="en-IN" b="1" dirty="0" err="1">
                <a:latin typeface="Times New Roman" panose="02020603050405020304" pitchFamily="18" charset="0"/>
                <a:cs typeface="Times New Roman" panose="02020603050405020304" pitchFamily="18" charset="0"/>
              </a:rPr>
              <a:t>K.Aasritha</a:t>
            </a:r>
            <a:r>
              <a:rPr lang="en-IN" dirty="0">
                <a:latin typeface="Times New Roman" panose="02020603050405020304" pitchFamily="18" charset="0"/>
                <a:cs typeface="Times New Roman" panose="02020603050405020304" pitchFamily="18" charset="0"/>
              </a:rPr>
              <a:t>   - </a:t>
            </a:r>
            <a:r>
              <a:rPr lang="en-IN" b="1" dirty="0">
                <a:latin typeface="Times New Roman" panose="02020603050405020304" pitchFamily="18" charset="0"/>
                <a:cs typeface="Times New Roman" panose="02020603050405020304" pitchFamily="18" charset="0"/>
              </a:rPr>
              <a:t>247R1A0564</a:t>
            </a:r>
          </a:p>
          <a:p>
            <a:r>
              <a:rPr lang="en-IN" b="1" dirty="0" err="1">
                <a:latin typeface="Times New Roman" panose="02020603050405020304" pitchFamily="18" charset="0"/>
                <a:cs typeface="Times New Roman" panose="02020603050405020304" pitchFamily="18" charset="0"/>
              </a:rPr>
              <a:t>D.Anitha</a:t>
            </a:r>
            <a:r>
              <a:rPr lang="en-IN" b="1" dirty="0">
                <a:latin typeface="Times New Roman" panose="02020603050405020304" pitchFamily="18" charset="0"/>
                <a:cs typeface="Times New Roman" panose="02020603050405020304" pitchFamily="18" charset="0"/>
              </a:rPr>
              <a:t>      - 257R5A0509</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A028EAA-C149-5059-00B8-DCB55CCEE5D9}"/>
              </a:ext>
            </a:extLst>
          </p:cNvPr>
          <p:cNvSpPr txBox="1"/>
          <p:nvPr/>
        </p:nvSpPr>
        <p:spPr>
          <a:xfrm>
            <a:off x="1533832" y="4316361"/>
            <a:ext cx="3669787" cy="1231106"/>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UNDER THE GUIDANCE OF:</a:t>
            </a:r>
          </a:p>
          <a:p>
            <a:r>
              <a:rPr lang="en-IN" dirty="0"/>
              <a:t>          </a:t>
            </a:r>
            <a:r>
              <a:rPr lang="en-IN" b="1" dirty="0"/>
              <a:t>G PAVAN KUMAR</a:t>
            </a:r>
          </a:p>
          <a:p>
            <a:r>
              <a:rPr lang="en-IN" b="1" dirty="0"/>
              <a:t>         (Assistant Professor)</a:t>
            </a:r>
            <a:endParaRPr lang="en-IN" dirty="0"/>
          </a:p>
          <a:p>
            <a:endParaRPr lang="en-IN" dirty="0"/>
          </a:p>
        </p:txBody>
      </p:sp>
      <p:pic>
        <p:nvPicPr>
          <p:cNvPr id="11" name="Image 2">
            <a:extLst>
              <a:ext uri="{FF2B5EF4-FFF2-40B4-BE49-F238E27FC236}">
                <a16:creationId xmlns:a16="http://schemas.microsoft.com/office/drawing/2014/main" id="{471FF643-64C6-316E-0B45-8008B594AF45}"/>
              </a:ext>
            </a:extLst>
          </p:cNvPr>
          <p:cNvPicPr/>
          <p:nvPr/>
        </p:nvPicPr>
        <p:blipFill>
          <a:blip r:embed="rId3" cstate="print"/>
          <a:stretch>
            <a:fillRect/>
          </a:stretch>
        </p:blipFill>
        <p:spPr>
          <a:xfrm>
            <a:off x="5136313" y="428252"/>
            <a:ext cx="1104900" cy="909320"/>
          </a:xfrm>
          <a:prstGeom prst="rect">
            <a:avLst/>
          </a:prstGeom>
        </p:spPr>
      </p:pic>
    </p:spTree>
    <p:extLst>
      <p:ext uri="{BB962C8B-B14F-4D97-AF65-F5344CB8AC3E}">
        <p14:creationId xmlns:p14="http://schemas.microsoft.com/office/powerpoint/2010/main" val="3831731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F2A5F6-4DB9-2FB9-50E3-65C25FFD5EB8}"/>
              </a:ext>
            </a:extLst>
          </p:cNvPr>
          <p:cNvSpPr>
            <a:spLocks noGrp="1"/>
          </p:cNvSpPr>
          <p:nvPr>
            <p:ph type="title"/>
          </p:nvPr>
        </p:nvSpPr>
        <p:spPr>
          <a:xfrm>
            <a:off x="973394" y="1759973"/>
            <a:ext cx="10380406" cy="3913239"/>
          </a:xfrm>
        </p:spPr>
        <p:txBody>
          <a:bodyPr>
            <a:normAutofit/>
          </a:bodyPr>
          <a:lstStyle/>
          <a:p>
            <a:pPr algn="ctr"/>
            <a:r>
              <a:rPr lang="en-IN" b="1" u="sng" dirty="0">
                <a:latin typeface="Times New Roman" panose="02020603050405020304" pitchFamily="18" charset="0"/>
                <a:cs typeface="Times New Roman" panose="02020603050405020304" pitchFamily="18" charset="0"/>
              </a:rPr>
              <a:t>TITLE :</a:t>
            </a:r>
            <a:r>
              <a:rPr lang="en-IN" dirty="0"/>
              <a:t> </a:t>
            </a:r>
            <a:br>
              <a:rPr lang="en-IN" dirty="0"/>
            </a:br>
            <a:br>
              <a:rPr lang="en-IN" dirty="0"/>
            </a:br>
            <a:r>
              <a:rPr lang="en-US" altLang="zh-CN" b="1" dirty="0">
                <a:latin typeface="Times New Roman" panose="02020603050405020304" pitchFamily="18" charset="0"/>
                <a:cs typeface="Times New Roman" panose="02020603050405020304" pitchFamily="18" charset="0"/>
              </a:rPr>
              <a:t>Child ADHD Disease Detection Using Pose Estimation Technique</a:t>
            </a:r>
            <a:r>
              <a:rPr lang="en-IN" b="1" dirty="0">
                <a:latin typeface="Times New Roman" panose="02020603050405020304" pitchFamily="18" charset="0"/>
                <a:cs typeface="Times New Roman" panose="02020603050405020304" pitchFamily="18" charset="0"/>
              </a:rPr>
              <a:t>  </a:t>
            </a:r>
            <a:br>
              <a:rPr lang="en-IN" b="1" dirty="0"/>
            </a:br>
            <a:r>
              <a:rPr lang="en-IN" dirty="0"/>
              <a:t> </a:t>
            </a:r>
            <a:br>
              <a:rPr lang="en-IN" dirty="0"/>
            </a:b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04445CA-B644-9772-897B-464DAA8D9F18}"/>
              </a:ext>
            </a:extLst>
          </p:cNvPr>
          <p:cNvSpPr txBox="1"/>
          <p:nvPr/>
        </p:nvSpPr>
        <p:spPr>
          <a:xfrm>
            <a:off x="4306529" y="1632155"/>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983209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E20B7-FDB5-D318-92D3-77CED0B5341C}"/>
              </a:ext>
            </a:extLst>
          </p:cNvPr>
          <p:cNvSpPr>
            <a:spLocks noGrp="1"/>
          </p:cNvSpPr>
          <p:nvPr>
            <p:ph type="title"/>
          </p:nvPr>
        </p:nvSpPr>
        <p:spPr>
          <a:xfrm>
            <a:off x="838200" y="365125"/>
            <a:ext cx="10515600" cy="1325563"/>
          </a:xfrm>
        </p:spPr>
        <p:txBody>
          <a:bodyPr>
            <a:normAutofit/>
          </a:bodyPr>
          <a:lstStyle/>
          <a:p>
            <a:r>
              <a:rPr lang="en-IN" sz="4400" b="1" u="sng" dirty="0">
                <a:latin typeface="Times New Roman" panose="02020603050405020304" pitchFamily="18" charset="0"/>
                <a:cs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B9D4DC02-5E7D-445F-D6FB-76982C521FFA}"/>
              </a:ext>
            </a:extLst>
          </p:cNvPr>
          <p:cNvSpPr>
            <a:spLocks noGrp="1"/>
          </p:cNvSpPr>
          <p:nvPr>
            <p:ph idx="1"/>
          </p:nvPr>
        </p:nvSpPr>
        <p:spPr/>
        <p:txBody>
          <a:bodyPr>
            <a:normAutofit/>
          </a:bodyPr>
          <a:lstStyle/>
          <a:p>
            <a:r>
              <a:rPr lang="en-US" altLang="zh-CN" sz="2800" dirty="0">
                <a:latin typeface="Times New Roman" panose="02020603050405020304" pitchFamily="18" charset="0"/>
                <a:cs typeface="Times New Roman" panose="02020603050405020304" pitchFamily="18" charset="0"/>
              </a:rPr>
              <a:t>Attention Deficit Hyperactivity Disorder (ADHD) is a neurodevelopmental disorder commonly found in children. It affects attention span, behavior, and activity levels. Early detection helps in better treatment and support. With the advancement of Artificial Intelligence and Computer Vision, pose estimation techniques can analyze body movements and behavioral patterns to assist in ADHD detection.</a:t>
            </a:r>
            <a:endParaRPr lang="zh-CN" altLang="en-US"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04449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2222B-E095-28E6-78F9-9316BA70B44D}"/>
              </a:ext>
            </a:extLst>
          </p:cNvPr>
          <p:cNvSpPr>
            <a:spLocks noGrp="1"/>
          </p:cNvSpPr>
          <p:nvPr>
            <p:ph type="title"/>
          </p:nvPr>
        </p:nvSpPr>
        <p:spPr>
          <a:xfrm>
            <a:off x="606706" y="399849"/>
            <a:ext cx="10515600" cy="1325563"/>
          </a:xfrm>
        </p:spPr>
        <p:txBody>
          <a:bodyPr>
            <a:normAutofit/>
          </a:bodyPr>
          <a:lstStyle/>
          <a:p>
            <a:r>
              <a:rPr lang="en-IN" sz="4400" b="1" u="sng"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FEC8994E-80EF-5C82-37E3-C869C26B5EC4}"/>
              </a:ext>
            </a:extLst>
          </p:cNvPr>
          <p:cNvSpPr>
            <a:spLocks noGrp="1"/>
          </p:cNvSpPr>
          <p:nvPr>
            <p:ph idx="1"/>
          </p:nvPr>
        </p:nvSpPr>
        <p:spPr/>
        <p:txBody>
          <a:bodyPr>
            <a:normAutofit/>
          </a:bodyPr>
          <a:lstStyle/>
          <a:p>
            <a:r>
              <a:rPr lang="en-US" altLang="zh-CN" sz="2800" dirty="0">
                <a:cs typeface="Lucida Sans"/>
              </a:rPr>
              <a:t>Traditional ADHD detection mainly relies on psychological tests, behavioral observation, and questionnaires from parents and teachers. These methods require significant time and expert evaluation. They may also be subjective and sometimes inaccurate.</a:t>
            </a:r>
            <a:endParaRPr lang="zh-CN" altLang="en-US" sz="2800" dirty="0">
              <a:cs typeface="Lucida Sans"/>
            </a:endParaRPr>
          </a:p>
          <a:p>
            <a:endParaRPr lang="en-IN" sz="2800" dirty="0"/>
          </a:p>
        </p:txBody>
      </p:sp>
    </p:spTree>
    <p:extLst>
      <p:ext uri="{BB962C8B-B14F-4D97-AF65-F5344CB8AC3E}">
        <p14:creationId xmlns:p14="http://schemas.microsoft.com/office/powerpoint/2010/main" val="3721088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2D381-950A-5D0B-3A9E-0D9BC628AF1E}"/>
              </a:ext>
            </a:extLst>
          </p:cNvPr>
          <p:cNvSpPr>
            <a:spLocks noGrp="1"/>
          </p:cNvSpPr>
          <p:nvPr>
            <p:ph type="title"/>
          </p:nvPr>
        </p:nvSpPr>
        <p:spPr>
          <a:xfrm>
            <a:off x="838200" y="376700"/>
            <a:ext cx="10515600" cy="1325563"/>
          </a:xfrm>
        </p:spPr>
        <p:txBody>
          <a:bodyPr>
            <a:normAutofit/>
          </a:bodyPr>
          <a:lstStyle/>
          <a:p>
            <a:r>
              <a:rPr lang="en-IN" sz="4400" b="1" u="sng" dirty="0">
                <a:latin typeface="Times New Roman" panose="02020603050405020304" pitchFamily="18" charset="0"/>
                <a:cs typeface="Times New Roman" panose="02020603050405020304" pitchFamily="18" charset="0"/>
              </a:rPr>
              <a:t>DISADVANTAGES IN EXISTING SYSTEM </a:t>
            </a:r>
          </a:p>
        </p:txBody>
      </p:sp>
      <p:sp>
        <p:nvSpPr>
          <p:cNvPr id="3" name="Content Placeholder 2">
            <a:extLst>
              <a:ext uri="{FF2B5EF4-FFF2-40B4-BE49-F238E27FC236}">
                <a16:creationId xmlns:a16="http://schemas.microsoft.com/office/drawing/2014/main" id="{D143D6AE-DFCE-F789-9B9A-6AF5405254FF}"/>
              </a:ext>
            </a:extLst>
          </p:cNvPr>
          <p:cNvSpPr>
            <a:spLocks noGrp="1"/>
          </p:cNvSpPr>
          <p:nvPr>
            <p:ph idx="1"/>
          </p:nvPr>
        </p:nvSpPr>
        <p:spPr/>
        <p:txBody>
          <a:bodyPr>
            <a:normAutofit/>
          </a:bodyPr>
          <a:lstStyle/>
          <a:p>
            <a:r>
              <a:rPr lang="en-US" altLang="zh-CN" sz="2800" dirty="0">
                <a:cs typeface="Lucida Sans"/>
              </a:rPr>
              <a:t>• Time-consuming clinical diagnosis process.</a:t>
            </a:r>
          </a:p>
          <a:p>
            <a:r>
              <a:rPr lang="en-US" altLang="zh-CN" sz="2800" dirty="0">
                <a:cs typeface="Lucida Sans"/>
              </a:rPr>
              <a:t>• Subjective evaluation by doctors and parents.</a:t>
            </a:r>
          </a:p>
          <a:p>
            <a:r>
              <a:rPr lang="en-US" altLang="zh-CN" sz="2800" dirty="0">
                <a:cs typeface="Lucida Sans"/>
              </a:rPr>
              <a:t>• Difficult to monitor children's behavior continuously.</a:t>
            </a:r>
          </a:p>
          <a:p>
            <a:r>
              <a:rPr lang="en-US" altLang="zh-CN" sz="2800" dirty="0">
                <a:cs typeface="Lucida Sans"/>
              </a:rPr>
              <a:t>• Requires trained medical professionals.</a:t>
            </a:r>
            <a:endParaRPr lang="zh-CN" altLang="en-US" sz="2800" dirty="0">
              <a:cs typeface="Lucida Sans"/>
            </a:endParaRPr>
          </a:p>
          <a:p>
            <a:endParaRPr lang="en-IN" sz="2800" dirty="0"/>
          </a:p>
        </p:txBody>
      </p:sp>
    </p:spTree>
    <p:extLst>
      <p:ext uri="{BB962C8B-B14F-4D97-AF65-F5344CB8AC3E}">
        <p14:creationId xmlns:p14="http://schemas.microsoft.com/office/powerpoint/2010/main" val="4270494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3629-607B-E7F9-AD1D-4756202336C7}"/>
              </a:ext>
            </a:extLst>
          </p:cNvPr>
          <p:cNvSpPr>
            <a:spLocks noGrp="1"/>
          </p:cNvSpPr>
          <p:nvPr>
            <p:ph type="title"/>
          </p:nvPr>
        </p:nvSpPr>
        <p:spPr/>
        <p:txBody>
          <a:bodyPr>
            <a:normAutofit/>
          </a:bodyPr>
          <a:lstStyle/>
          <a:p>
            <a:r>
              <a:rPr lang="en-IN" sz="4400" b="1" u="sng" dirty="0">
                <a:latin typeface="Times New Roman" panose="02020603050405020304" pitchFamily="18" charset="0"/>
                <a:cs typeface="Times New Roman" panose="02020603050405020304" pitchFamily="18" charset="0"/>
              </a:rPr>
              <a:t>PROPOSED SYSTEM :</a:t>
            </a:r>
          </a:p>
        </p:txBody>
      </p:sp>
      <p:sp>
        <p:nvSpPr>
          <p:cNvPr id="3" name="Content Placeholder 2">
            <a:extLst>
              <a:ext uri="{FF2B5EF4-FFF2-40B4-BE49-F238E27FC236}">
                <a16:creationId xmlns:a16="http://schemas.microsoft.com/office/drawing/2014/main" id="{889BEF67-134C-D568-CC10-A755120C5A24}"/>
              </a:ext>
            </a:extLst>
          </p:cNvPr>
          <p:cNvSpPr>
            <a:spLocks noGrp="1"/>
          </p:cNvSpPr>
          <p:nvPr>
            <p:ph idx="1"/>
          </p:nvPr>
        </p:nvSpPr>
        <p:spPr/>
        <p:txBody>
          <a:bodyPr>
            <a:normAutofit/>
          </a:bodyPr>
          <a:lstStyle/>
          <a:p>
            <a:r>
              <a:rPr lang="en-US" altLang="zh-CN" sz="2800" dirty="0">
                <a:latin typeface="Times New Roman" panose="02020603050405020304" pitchFamily="18" charset="0"/>
                <a:cs typeface="Times New Roman" panose="02020603050405020304" pitchFamily="18" charset="0"/>
              </a:rPr>
              <a:t>The proposed system uses pose estimation techniques with computer vision to detect ADHD-related behavioral patterns in children. Video frames are analyzed to track body posture, movements, and activity levels. Machine learning algorithms analyze these patterns to detect possible ADHD symptoms. This automated approach supports early and objective detection.</a:t>
            </a:r>
            <a:endParaRPr lang="zh-CN" altLang="en-US" sz="2800" dirty="0">
              <a:latin typeface="Times New Roman" panose="02020603050405020304" pitchFamily="18" charset="0"/>
              <a:cs typeface="Times New Roman" panose="02020603050405020304" pitchFamily="18" charset="0"/>
            </a:endParaRPr>
          </a:p>
          <a:p>
            <a:endParaRPr lang="en-IN" sz="2800" dirty="0"/>
          </a:p>
        </p:txBody>
      </p:sp>
    </p:spTree>
    <p:extLst>
      <p:ext uri="{BB962C8B-B14F-4D97-AF65-F5344CB8AC3E}">
        <p14:creationId xmlns:p14="http://schemas.microsoft.com/office/powerpoint/2010/main" val="2077844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A39D1-852F-0427-E556-A14374BD017B}"/>
              </a:ext>
            </a:extLst>
          </p:cNvPr>
          <p:cNvSpPr>
            <a:spLocks noGrp="1"/>
          </p:cNvSpPr>
          <p:nvPr>
            <p:ph type="title"/>
          </p:nvPr>
        </p:nvSpPr>
        <p:spPr/>
        <p:txBody>
          <a:bodyPr>
            <a:normAutofit/>
          </a:bodyPr>
          <a:lstStyle/>
          <a:p>
            <a:r>
              <a:rPr lang="en-IN" sz="4400" b="1" u="sng" dirty="0">
                <a:latin typeface="Times New Roman" panose="02020603050405020304" pitchFamily="18" charset="0"/>
                <a:cs typeface="Times New Roman" panose="02020603050405020304" pitchFamily="18" charset="0"/>
              </a:rPr>
              <a:t>ADVANTAGES :</a:t>
            </a:r>
          </a:p>
        </p:txBody>
      </p:sp>
      <p:sp>
        <p:nvSpPr>
          <p:cNvPr id="3" name="Content Placeholder 2">
            <a:extLst>
              <a:ext uri="{FF2B5EF4-FFF2-40B4-BE49-F238E27FC236}">
                <a16:creationId xmlns:a16="http://schemas.microsoft.com/office/drawing/2014/main" id="{AF84C02B-D3F6-7DC0-D83B-34642DC70238}"/>
              </a:ext>
            </a:extLst>
          </p:cNvPr>
          <p:cNvSpPr>
            <a:spLocks noGrp="1"/>
          </p:cNvSpPr>
          <p:nvPr>
            <p:ph idx="1"/>
          </p:nvPr>
        </p:nvSpPr>
        <p:spPr/>
        <p:txBody>
          <a:bodyPr>
            <a:normAutofit/>
          </a:bodyPr>
          <a:lstStyle/>
          <a:p>
            <a:r>
              <a:rPr lang="en-US" altLang="zh-CN" sz="2800" dirty="0">
                <a:latin typeface="Times New Roman" panose="02020603050405020304" pitchFamily="18" charset="0"/>
                <a:cs typeface="Times New Roman" panose="02020603050405020304" pitchFamily="18" charset="0"/>
              </a:rPr>
              <a:t>• Automatic behavior monitoring.</a:t>
            </a:r>
          </a:p>
          <a:p>
            <a:r>
              <a:rPr lang="en-US" altLang="zh-CN" sz="2800" dirty="0">
                <a:latin typeface="Times New Roman" panose="02020603050405020304" pitchFamily="18" charset="0"/>
                <a:cs typeface="Times New Roman" panose="02020603050405020304" pitchFamily="18" charset="0"/>
              </a:rPr>
              <a:t>• Early ADHD detection support.</a:t>
            </a:r>
          </a:p>
          <a:p>
            <a:r>
              <a:rPr lang="en-US" altLang="zh-CN" sz="2800" dirty="0">
                <a:latin typeface="Times New Roman" panose="02020603050405020304" pitchFamily="18" charset="0"/>
                <a:cs typeface="Times New Roman" panose="02020603050405020304" pitchFamily="18" charset="0"/>
              </a:rPr>
              <a:t>• Reduces human bias in diagnosis.</a:t>
            </a:r>
          </a:p>
          <a:p>
            <a:r>
              <a:rPr lang="en-US" altLang="zh-CN" sz="2800" dirty="0">
                <a:latin typeface="Times New Roman" panose="02020603050405020304" pitchFamily="18" charset="0"/>
                <a:cs typeface="Times New Roman" panose="02020603050405020304" pitchFamily="18" charset="0"/>
              </a:rPr>
              <a:t>• Non-invasive and easy to use.</a:t>
            </a:r>
          </a:p>
          <a:p>
            <a:r>
              <a:rPr lang="en-US" altLang="zh-CN" sz="2800" dirty="0">
                <a:latin typeface="Times New Roman" panose="02020603050405020304" pitchFamily="18" charset="0"/>
                <a:cs typeface="Times New Roman" panose="02020603050405020304" pitchFamily="18" charset="0"/>
              </a:rPr>
              <a:t>• Can analyze large amounts of behavioral data.</a:t>
            </a:r>
            <a:endParaRPr lang="zh-CN" altLang="en-US" sz="2800" dirty="0">
              <a:latin typeface="Times New Roman" panose="02020603050405020304" pitchFamily="18" charset="0"/>
              <a:cs typeface="Times New Roman" panose="02020603050405020304" pitchFamily="18" charset="0"/>
            </a:endParaRPr>
          </a:p>
          <a:p>
            <a:endParaRPr lang="en-IN" sz="2800" dirty="0"/>
          </a:p>
        </p:txBody>
      </p:sp>
    </p:spTree>
    <p:extLst>
      <p:ext uri="{BB962C8B-B14F-4D97-AF65-F5344CB8AC3E}">
        <p14:creationId xmlns:p14="http://schemas.microsoft.com/office/powerpoint/2010/main" val="356257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B104-CF36-419E-CB92-DA13B17BE74D}"/>
              </a:ext>
            </a:extLst>
          </p:cNvPr>
          <p:cNvSpPr>
            <a:spLocks noGrp="1"/>
          </p:cNvSpPr>
          <p:nvPr>
            <p:ph type="title"/>
          </p:nvPr>
        </p:nvSpPr>
        <p:spPr>
          <a:xfrm>
            <a:off x="777153" y="115747"/>
            <a:ext cx="8596668" cy="1705284"/>
          </a:xfrm>
        </p:spPr>
        <p:txBody>
          <a:bodyPr>
            <a:normAutofit/>
          </a:bodyPr>
          <a:lstStyle/>
          <a:p>
            <a:r>
              <a:rPr lang="en-IN" sz="4400" b="1" u="sng" dirty="0">
                <a:latin typeface="Times New Roman" panose="02020603050405020304" pitchFamily="18" charset="0"/>
                <a:cs typeface="Times New Roman" panose="02020603050405020304" pitchFamily="18" charset="0"/>
              </a:rPr>
              <a:t>SYSTEM REQUIREMENTS :</a:t>
            </a:r>
          </a:p>
        </p:txBody>
      </p:sp>
      <p:sp>
        <p:nvSpPr>
          <p:cNvPr id="3" name="Content Placeholder 2">
            <a:extLst>
              <a:ext uri="{FF2B5EF4-FFF2-40B4-BE49-F238E27FC236}">
                <a16:creationId xmlns:a16="http://schemas.microsoft.com/office/drawing/2014/main" id="{6F7FFF6A-7BB0-CEEA-E508-5969C3BA3637}"/>
              </a:ext>
            </a:extLst>
          </p:cNvPr>
          <p:cNvSpPr>
            <a:spLocks noGrp="1"/>
          </p:cNvSpPr>
          <p:nvPr>
            <p:ph idx="1"/>
          </p:nvPr>
        </p:nvSpPr>
        <p:spPr>
          <a:xfrm>
            <a:off x="777153" y="1384969"/>
            <a:ext cx="8596668" cy="4561053"/>
          </a:xfrm>
        </p:spPr>
        <p:txBody>
          <a:bodyPr>
            <a:normAutofit fontScale="25000" lnSpcReduction="20000"/>
          </a:bodyPr>
          <a:lstStyle/>
          <a:p>
            <a:r>
              <a:rPr lang="en-US" altLang="zh-CN" sz="9600" dirty="0">
                <a:latin typeface="Times New Roman" panose="02020603050405020304" pitchFamily="18" charset="0"/>
                <a:cs typeface="Times New Roman" panose="02020603050405020304" pitchFamily="18" charset="0"/>
              </a:rPr>
              <a:t>HARDWARE REQUIREMENTS:</a:t>
            </a:r>
          </a:p>
          <a:p>
            <a:r>
              <a:rPr lang="en-US" altLang="zh-CN" sz="9600" dirty="0">
                <a:latin typeface="Times New Roman" panose="02020603050405020304" pitchFamily="18" charset="0"/>
                <a:cs typeface="Times New Roman" panose="02020603050405020304" pitchFamily="18" charset="0"/>
              </a:rPr>
              <a:t>• System: Pentium Dual Core or above</a:t>
            </a:r>
          </a:p>
          <a:p>
            <a:r>
              <a:rPr lang="en-US" altLang="zh-CN" sz="9600" dirty="0">
                <a:latin typeface="Times New Roman" panose="02020603050405020304" pitchFamily="18" charset="0"/>
                <a:cs typeface="Times New Roman" panose="02020603050405020304" pitchFamily="18" charset="0"/>
              </a:rPr>
              <a:t>• Hard Disk: 120 GB</a:t>
            </a:r>
          </a:p>
          <a:p>
            <a:r>
              <a:rPr lang="en-US" altLang="zh-CN" sz="9600" dirty="0">
                <a:latin typeface="Times New Roman" panose="02020603050405020304" pitchFamily="18" charset="0"/>
                <a:cs typeface="Times New Roman" panose="02020603050405020304" pitchFamily="18" charset="0"/>
              </a:rPr>
              <a:t>• Monitor: 15'' LED</a:t>
            </a:r>
          </a:p>
          <a:p>
            <a:r>
              <a:rPr lang="en-US" altLang="zh-CN" sz="9600" dirty="0">
                <a:latin typeface="Times New Roman" panose="02020603050405020304" pitchFamily="18" charset="0"/>
                <a:cs typeface="Times New Roman" panose="02020603050405020304" pitchFamily="18" charset="0"/>
              </a:rPr>
              <a:t>• Input Devices: Keyboard, Mouse</a:t>
            </a:r>
          </a:p>
          <a:p>
            <a:r>
              <a:rPr lang="en-US" altLang="zh-CN" sz="9600" dirty="0">
                <a:latin typeface="Times New Roman" panose="02020603050405020304" pitchFamily="18" charset="0"/>
                <a:cs typeface="Times New Roman" panose="02020603050405020304" pitchFamily="18" charset="0"/>
              </a:rPr>
              <a:t>• RAM: 4 GB</a:t>
            </a:r>
          </a:p>
          <a:p>
            <a:endParaRPr lang="en-US" altLang="zh-CN" sz="9600" dirty="0">
              <a:latin typeface="Times New Roman" panose="02020603050405020304" pitchFamily="18" charset="0"/>
              <a:cs typeface="Times New Roman" panose="02020603050405020304" pitchFamily="18" charset="0"/>
            </a:endParaRPr>
          </a:p>
          <a:p>
            <a:r>
              <a:rPr lang="en-US" altLang="zh-CN" sz="9600" dirty="0">
                <a:latin typeface="Times New Roman" panose="02020603050405020304" pitchFamily="18" charset="0"/>
                <a:cs typeface="Times New Roman" panose="02020603050405020304" pitchFamily="18" charset="0"/>
              </a:rPr>
              <a:t>SOFTWARE REQUIREMENTS:</a:t>
            </a:r>
          </a:p>
          <a:p>
            <a:r>
              <a:rPr lang="en-US" altLang="zh-CN" sz="9600" dirty="0">
                <a:latin typeface="Times New Roman" panose="02020603050405020304" pitchFamily="18" charset="0"/>
                <a:cs typeface="Times New Roman" panose="02020603050405020304" pitchFamily="18" charset="0"/>
              </a:rPr>
              <a:t>• Operating System: Windows 10/11</a:t>
            </a:r>
          </a:p>
          <a:p>
            <a:r>
              <a:rPr lang="en-US" altLang="zh-CN" sz="9600" dirty="0">
                <a:latin typeface="Times New Roman" panose="02020603050405020304" pitchFamily="18" charset="0"/>
                <a:cs typeface="Times New Roman" panose="02020603050405020304" pitchFamily="18" charset="0"/>
              </a:rPr>
              <a:t>• Coding Language: Python</a:t>
            </a:r>
          </a:p>
          <a:p>
            <a:r>
              <a:rPr lang="en-US" altLang="zh-CN" sz="9600" dirty="0">
                <a:latin typeface="Times New Roman" panose="02020603050405020304" pitchFamily="18" charset="0"/>
                <a:cs typeface="Times New Roman" panose="02020603050405020304" pitchFamily="18" charset="0"/>
              </a:rPr>
              <a:t>• Tool: PyCharm / VS Code</a:t>
            </a:r>
          </a:p>
          <a:p>
            <a:r>
              <a:rPr lang="en-US" altLang="zh-CN" sz="9600" dirty="0">
                <a:latin typeface="Times New Roman" panose="02020603050405020304" pitchFamily="18" charset="0"/>
                <a:cs typeface="Times New Roman" panose="02020603050405020304" pitchFamily="18" charset="0"/>
              </a:rPr>
              <a:t>• Libraries: OpenCV, </a:t>
            </a:r>
            <a:r>
              <a:rPr lang="en-US" altLang="zh-CN" sz="9600" dirty="0" err="1">
                <a:latin typeface="Times New Roman" panose="02020603050405020304" pitchFamily="18" charset="0"/>
                <a:cs typeface="Times New Roman" panose="02020603050405020304" pitchFamily="18" charset="0"/>
              </a:rPr>
              <a:t>MediaPipe</a:t>
            </a:r>
            <a:r>
              <a:rPr lang="en-US" altLang="zh-CN" sz="9600" dirty="0">
                <a:latin typeface="Times New Roman" panose="02020603050405020304" pitchFamily="18" charset="0"/>
                <a:cs typeface="Times New Roman" panose="02020603050405020304" pitchFamily="18" charset="0"/>
              </a:rPr>
              <a:t>, NumPy, Scikit-learn</a:t>
            </a:r>
          </a:p>
          <a:p>
            <a:r>
              <a:rPr lang="en-US" altLang="zh-CN" sz="9600" dirty="0">
                <a:latin typeface="Times New Roman" panose="02020603050405020304" pitchFamily="18" charset="0"/>
                <a:cs typeface="Times New Roman" panose="02020603050405020304" pitchFamily="18" charset="0"/>
              </a:rPr>
              <a:t>• Framework: Machine Learning</a:t>
            </a:r>
            <a:endParaRPr lang="zh-CN" altLang="en-US" sz="9600" dirty="0">
              <a:latin typeface="Times New Roman" panose="02020603050405020304" pitchFamily="18" charset="0"/>
              <a:cs typeface="Times New Roman" panose="02020603050405020304" pitchFamily="18" charset="0"/>
            </a:endParaRPr>
          </a:p>
          <a:p>
            <a:endParaRPr lang="en-IN" sz="2800" dirty="0"/>
          </a:p>
        </p:txBody>
      </p:sp>
    </p:spTree>
    <p:extLst>
      <p:ext uri="{BB962C8B-B14F-4D97-AF65-F5344CB8AC3E}">
        <p14:creationId xmlns:p14="http://schemas.microsoft.com/office/powerpoint/2010/main" val="3029665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E9F71-DFFC-363D-7407-E67D1BD821AE}"/>
              </a:ext>
            </a:extLst>
          </p:cNvPr>
          <p:cNvSpPr>
            <a:spLocks noGrp="1"/>
          </p:cNvSpPr>
          <p:nvPr>
            <p:ph type="title"/>
          </p:nvPr>
        </p:nvSpPr>
        <p:spPr>
          <a:xfrm>
            <a:off x="677334" y="673768"/>
            <a:ext cx="8596668" cy="1320800"/>
          </a:xfrm>
        </p:spPr>
        <p:txBody>
          <a:bodyPr>
            <a:normAutofit/>
          </a:bodyPr>
          <a:lstStyle/>
          <a:p>
            <a:r>
              <a:rPr lang="en-IN" sz="4400" b="1" u="sng" dirty="0">
                <a:latin typeface="Times New Roman" panose="02020603050405020304" pitchFamily="18" charset="0"/>
                <a:cs typeface="Times New Roman" panose="02020603050405020304" pitchFamily="18" charset="0"/>
              </a:rPr>
              <a:t>NOVELTY OF THE PROJECT </a:t>
            </a:r>
            <a:r>
              <a:rPr lang="en-IN" sz="4400" dirty="0"/>
              <a:t>:</a:t>
            </a:r>
          </a:p>
        </p:txBody>
      </p:sp>
      <p:sp>
        <p:nvSpPr>
          <p:cNvPr id="3" name="Content Placeholder 2">
            <a:extLst>
              <a:ext uri="{FF2B5EF4-FFF2-40B4-BE49-F238E27FC236}">
                <a16:creationId xmlns:a16="http://schemas.microsoft.com/office/drawing/2014/main" id="{7A2EC34A-BB32-39EF-887D-56B2494ECA88}"/>
              </a:ext>
            </a:extLst>
          </p:cNvPr>
          <p:cNvSpPr>
            <a:spLocks noGrp="1"/>
          </p:cNvSpPr>
          <p:nvPr>
            <p:ph idx="1"/>
          </p:nvPr>
        </p:nvSpPr>
        <p:spPr>
          <a:xfrm>
            <a:off x="838200" y="1994567"/>
            <a:ext cx="10515600" cy="4182395"/>
          </a:xfrm>
        </p:spPr>
        <p:txBody>
          <a:bodyPr>
            <a:normAutofit/>
          </a:bodyPr>
          <a:lstStyle/>
          <a:p>
            <a:r>
              <a:rPr lang="en-US" altLang="zh-CN" sz="2800" dirty="0">
                <a:latin typeface="Times New Roman" panose="02020603050405020304" pitchFamily="18" charset="0"/>
                <a:cs typeface="Times New Roman" panose="02020603050405020304" pitchFamily="18" charset="0"/>
              </a:rPr>
              <a:t>• Uses pose estimation to analyze children's movements.</a:t>
            </a:r>
          </a:p>
          <a:p>
            <a:r>
              <a:rPr lang="en-US" altLang="zh-CN" sz="2800" dirty="0">
                <a:latin typeface="Times New Roman" panose="02020603050405020304" pitchFamily="18" charset="0"/>
                <a:cs typeface="Times New Roman" panose="02020603050405020304" pitchFamily="18" charset="0"/>
              </a:rPr>
              <a:t>• Applies AI and machine learning for behavioral pattern recognition.</a:t>
            </a:r>
          </a:p>
          <a:p>
            <a:r>
              <a:rPr lang="en-US" altLang="zh-CN" sz="2800" dirty="0">
                <a:latin typeface="Times New Roman" panose="02020603050405020304" pitchFamily="18" charset="0"/>
                <a:cs typeface="Times New Roman" panose="02020603050405020304" pitchFamily="18" charset="0"/>
              </a:rPr>
              <a:t>• Provides automated assistance for ADHD screening.</a:t>
            </a:r>
          </a:p>
          <a:p>
            <a:r>
              <a:rPr lang="en-US" altLang="zh-CN" sz="2800" dirty="0">
                <a:latin typeface="Times New Roman" panose="02020603050405020304" pitchFamily="18" charset="0"/>
                <a:cs typeface="Times New Roman" panose="02020603050405020304" pitchFamily="18" charset="0"/>
              </a:rPr>
              <a:t>• More objective and data-driven compared to traditional methods.</a:t>
            </a:r>
            <a:endParaRPr lang="zh-CN" altLang="en-US" sz="2800" dirty="0">
              <a:latin typeface="Times New Roman" panose="02020603050405020304" pitchFamily="18" charset="0"/>
              <a:cs typeface="Times New Roman" panose="02020603050405020304" pitchFamily="18" charset="0"/>
            </a:endParaRPr>
          </a:p>
          <a:p>
            <a:endParaRPr lang="en-IN" sz="2800" dirty="0"/>
          </a:p>
        </p:txBody>
      </p:sp>
    </p:spTree>
    <p:extLst>
      <p:ext uri="{BB962C8B-B14F-4D97-AF65-F5344CB8AC3E}">
        <p14:creationId xmlns:p14="http://schemas.microsoft.com/office/powerpoint/2010/main" val="172845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42FE8-B78C-0C63-DA8B-39AA6E21B096}"/>
              </a:ext>
            </a:extLst>
          </p:cNvPr>
          <p:cNvSpPr>
            <a:spLocks noGrp="1"/>
          </p:cNvSpPr>
          <p:nvPr>
            <p:ph type="title"/>
          </p:nvPr>
        </p:nvSpPr>
        <p:spPr>
          <a:xfrm>
            <a:off x="362702" y="334297"/>
            <a:ext cx="8596668" cy="816556"/>
          </a:xfrm>
        </p:spPr>
        <p:txBody>
          <a:bodyPr>
            <a:normAutofit/>
          </a:bodyPr>
          <a:lstStyle/>
          <a:p>
            <a:r>
              <a:rPr lang="en-IN" sz="4400" b="1" u="sng" dirty="0">
                <a:latin typeface="Times New Roman" panose="02020603050405020304" pitchFamily="18" charset="0"/>
                <a:cs typeface="Times New Roman" panose="02020603050405020304" pitchFamily="18" charset="0"/>
              </a:rPr>
              <a:t>SYSTEM ARCHITECTURE </a:t>
            </a:r>
            <a:r>
              <a:rPr lang="en-IN" sz="4400" dirty="0"/>
              <a:t>:</a:t>
            </a:r>
          </a:p>
        </p:txBody>
      </p:sp>
      <p:pic>
        <p:nvPicPr>
          <p:cNvPr id="5" name="Picture 4">
            <a:extLst>
              <a:ext uri="{FF2B5EF4-FFF2-40B4-BE49-F238E27FC236}">
                <a16:creationId xmlns:a16="http://schemas.microsoft.com/office/drawing/2014/main" id="{B876E919-4005-0E4A-DCC6-23B036430270}"/>
              </a:ext>
            </a:extLst>
          </p:cNvPr>
          <p:cNvPicPr>
            <a:picLocks noChangeAspect="1"/>
          </p:cNvPicPr>
          <p:nvPr/>
        </p:nvPicPr>
        <p:blipFill>
          <a:blip r:embed="rId2"/>
          <a:stretch>
            <a:fillRect/>
          </a:stretch>
        </p:blipFill>
        <p:spPr>
          <a:xfrm>
            <a:off x="3228486" y="1150853"/>
            <a:ext cx="4810796" cy="5372850"/>
          </a:xfrm>
          <a:prstGeom prst="rect">
            <a:avLst/>
          </a:prstGeom>
        </p:spPr>
      </p:pic>
    </p:spTree>
    <p:extLst>
      <p:ext uri="{BB962C8B-B14F-4D97-AF65-F5344CB8AC3E}">
        <p14:creationId xmlns:p14="http://schemas.microsoft.com/office/powerpoint/2010/main" val="261343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6472E-2CCE-0F93-2A71-FD219EC40FE2}"/>
              </a:ext>
            </a:extLst>
          </p:cNvPr>
          <p:cNvSpPr>
            <a:spLocks noGrp="1"/>
          </p:cNvSpPr>
          <p:nvPr>
            <p:ph type="title"/>
          </p:nvPr>
        </p:nvSpPr>
        <p:spPr/>
        <p:txBody>
          <a:bodyPr>
            <a:normAutofit/>
          </a:bodyPr>
          <a:lstStyle/>
          <a:p>
            <a:r>
              <a:rPr lang="en-IN" sz="4400" b="1" u="sng" dirty="0">
                <a:latin typeface="Times New Roman" panose="02020603050405020304" pitchFamily="18" charset="0"/>
                <a:cs typeface="Times New Roman" panose="02020603050405020304" pitchFamily="18" charset="0"/>
              </a:rPr>
              <a:t>MODULES :</a:t>
            </a:r>
          </a:p>
        </p:txBody>
      </p:sp>
      <p:sp>
        <p:nvSpPr>
          <p:cNvPr id="3" name="Content Placeholder 2">
            <a:extLst>
              <a:ext uri="{FF2B5EF4-FFF2-40B4-BE49-F238E27FC236}">
                <a16:creationId xmlns:a16="http://schemas.microsoft.com/office/drawing/2014/main" id="{F2C91093-E571-8124-089A-2ED20B504364}"/>
              </a:ext>
            </a:extLst>
          </p:cNvPr>
          <p:cNvSpPr>
            <a:spLocks noGrp="1"/>
          </p:cNvSpPr>
          <p:nvPr>
            <p:ph idx="1"/>
          </p:nvPr>
        </p:nvSpPr>
        <p:spPr/>
        <p:txBody>
          <a:bodyPr>
            <a:normAutofit/>
          </a:bodyPr>
          <a:lstStyle/>
          <a:p>
            <a:r>
              <a:rPr lang="en-US" altLang="zh-CN" sz="2800" dirty="0">
                <a:latin typeface="Times New Roman" panose="02020603050405020304" pitchFamily="18" charset="0"/>
                <a:cs typeface="Times New Roman" panose="02020603050405020304" pitchFamily="18" charset="0"/>
              </a:rPr>
              <a:t>1. Video Data Collection</a:t>
            </a:r>
          </a:p>
          <a:p>
            <a:r>
              <a:rPr lang="en-US" altLang="zh-CN" sz="2800" dirty="0">
                <a:latin typeface="Times New Roman" panose="02020603050405020304" pitchFamily="18" charset="0"/>
                <a:cs typeface="Times New Roman" panose="02020603050405020304" pitchFamily="18" charset="0"/>
              </a:rPr>
              <a:t>2. Pose Estimation Module</a:t>
            </a:r>
          </a:p>
          <a:p>
            <a:r>
              <a:rPr lang="en-US" altLang="zh-CN" sz="2800" dirty="0">
                <a:latin typeface="Times New Roman" panose="02020603050405020304" pitchFamily="18" charset="0"/>
                <a:cs typeface="Times New Roman" panose="02020603050405020304" pitchFamily="18" charset="0"/>
              </a:rPr>
              <a:t>3. Feature Extraction Module</a:t>
            </a:r>
          </a:p>
          <a:p>
            <a:r>
              <a:rPr lang="en-US" altLang="zh-CN" sz="2800" dirty="0">
                <a:latin typeface="Times New Roman" panose="02020603050405020304" pitchFamily="18" charset="0"/>
                <a:cs typeface="Times New Roman" panose="02020603050405020304" pitchFamily="18" charset="0"/>
              </a:rPr>
              <a:t>4. Machine Learning Classification Module</a:t>
            </a:r>
          </a:p>
          <a:p>
            <a:r>
              <a:rPr lang="en-US" altLang="zh-CN" sz="2800" dirty="0">
                <a:latin typeface="Times New Roman" panose="02020603050405020304" pitchFamily="18" charset="0"/>
                <a:cs typeface="Times New Roman" panose="02020603050405020304" pitchFamily="18" charset="0"/>
              </a:rPr>
              <a:t>5. Result Visualization Module</a:t>
            </a:r>
            <a:endParaRPr lang="zh-CN" altLang="en-US" sz="2800" dirty="0">
              <a:latin typeface="Times New Roman" panose="02020603050405020304" pitchFamily="18" charset="0"/>
              <a:cs typeface="Times New Roman" panose="02020603050405020304" pitchFamily="18" charset="0"/>
            </a:endParaRPr>
          </a:p>
          <a:p>
            <a:endParaRPr lang="en-IN" sz="2800" dirty="0"/>
          </a:p>
        </p:txBody>
      </p:sp>
    </p:spTree>
    <p:extLst>
      <p:ext uri="{BB962C8B-B14F-4D97-AF65-F5344CB8AC3E}">
        <p14:creationId xmlns:p14="http://schemas.microsoft.com/office/powerpoint/2010/main" val="3286253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B08F-F1D3-C5F2-0C87-3CF9F3667945}"/>
              </a:ext>
            </a:extLst>
          </p:cNvPr>
          <p:cNvSpPr>
            <a:spLocks noGrp="1"/>
          </p:cNvSpPr>
          <p:nvPr>
            <p:ph type="title"/>
          </p:nvPr>
        </p:nvSpPr>
        <p:spPr/>
        <p:txBody>
          <a:bodyPr>
            <a:normAutofit/>
          </a:bodyPr>
          <a:lstStyle/>
          <a:p>
            <a:r>
              <a:rPr lang="en-IN" sz="4400" b="1" u="sng" dirty="0">
                <a:latin typeface="Times New Roman" panose="02020603050405020304" pitchFamily="18" charset="0"/>
                <a:cs typeface="Times New Roman" panose="02020603050405020304" pitchFamily="18" charset="0"/>
              </a:rPr>
              <a:t>UML DIAGRAMS :</a:t>
            </a:r>
          </a:p>
        </p:txBody>
      </p:sp>
      <p:sp>
        <p:nvSpPr>
          <p:cNvPr id="3" name="Content Placeholder 2">
            <a:extLst>
              <a:ext uri="{FF2B5EF4-FFF2-40B4-BE49-F238E27FC236}">
                <a16:creationId xmlns:a16="http://schemas.microsoft.com/office/drawing/2014/main" id="{8EF1220A-917B-C509-6EE1-115AA9BB942F}"/>
              </a:ext>
            </a:extLst>
          </p:cNvPr>
          <p:cNvSpPr>
            <a:spLocks noGrp="1"/>
          </p:cNvSpPr>
          <p:nvPr>
            <p:ph idx="1"/>
          </p:nvPr>
        </p:nvSpPr>
        <p:spPr/>
        <p:txBody>
          <a:bodyPr>
            <a:normAutofit/>
          </a:bodyPr>
          <a:lstStyle/>
          <a:p>
            <a:r>
              <a:rPr lang="en-US" altLang="zh-CN" sz="2800" dirty="0">
                <a:cs typeface="Lucida Sans"/>
              </a:rPr>
              <a:t>Unified Modeling Language (UML) diagrams are used to visually represent the design and structure of the system.</a:t>
            </a:r>
            <a:endParaRPr lang="zh-CN" altLang="en-US" sz="2800" dirty="0">
              <a:cs typeface="Lucida Sans"/>
            </a:endParaRPr>
          </a:p>
          <a:p>
            <a:pPr marL="0" indent="0">
              <a:buNone/>
            </a:pPr>
            <a:endParaRPr lang="en-IN" sz="2800" dirty="0"/>
          </a:p>
        </p:txBody>
      </p:sp>
    </p:spTree>
    <p:extLst>
      <p:ext uri="{BB962C8B-B14F-4D97-AF65-F5344CB8AC3E}">
        <p14:creationId xmlns:p14="http://schemas.microsoft.com/office/powerpoint/2010/main" val="2258447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2FA34-89F4-55DF-4998-0A67EB64CFE6}"/>
              </a:ext>
            </a:extLst>
          </p:cNvPr>
          <p:cNvSpPr>
            <a:spLocks noGrp="1"/>
          </p:cNvSpPr>
          <p:nvPr>
            <p:ph type="title"/>
          </p:nvPr>
        </p:nvSpPr>
        <p:spPr/>
        <p:txBody>
          <a:bodyPr>
            <a:normAutofit/>
          </a:bodyPr>
          <a:lstStyle/>
          <a:p>
            <a:r>
              <a:rPr lang="en-IN" sz="4400" b="1" u="sng" dirty="0">
                <a:latin typeface="Times New Roman" panose="02020603050405020304" pitchFamily="18" charset="0"/>
                <a:cs typeface="Times New Roman" panose="02020603050405020304" pitchFamily="18" charset="0"/>
              </a:rPr>
              <a:t>USE CASE DIAGRAM </a:t>
            </a:r>
            <a:r>
              <a:rPr lang="en-IN" sz="4400" dirty="0"/>
              <a:t>:</a:t>
            </a:r>
          </a:p>
        </p:txBody>
      </p:sp>
      <p:sp>
        <p:nvSpPr>
          <p:cNvPr id="3" name="Content Placeholder 2">
            <a:extLst>
              <a:ext uri="{FF2B5EF4-FFF2-40B4-BE49-F238E27FC236}">
                <a16:creationId xmlns:a16="http://schemas.microsoft.com/office/drawing/2014/main" id="{1181D3DF-9B79-19FC-1C89-7A733AC2250D}"/>
              </a:ext>
            </a:extLst>
          </p:cNvPr>
          <p:cNvSpPr>
            <a:spLocks noGrp="1"/>
          </p:cNvSpPr>
          <p:nvPr>
            <p:ph idx="1"/>
          </p:nvPr>
        </p:nvSpPr>
        <p:spPr/>
        <p:txBody>
          <a:bodyPr>
            <a:normAutofit/>
          </a:bodyPr>
          <a:lstStyle/>
          <a:p>
            <a:r>
              <a:rPr lang="en-US" altLang="zh-CN" sz="2800" dirty="0">
                <a:cs typeface="Lucida Sans"/>
              </a:rPr>
              <a:t>Shows the interaction between users and the system.</a:t>
            </a:r>
            <a:endParaRPr lang="zh-CN" altLang="en-US" sz="2800" dirty="0">
              <a:cs typeface="Lucida Sans"/>
            </a:endParaRPr>
          </a:p>
          <a:p>
            <a:pPr marL="0" indent="0">
              <a:buNone/>
            </a:pPr>
            <a:endParaRPr lang="en-IN" sz="2800" dirty="0"/>
          </a:p>
        </p:txBody>
      </p:sp>
      <p:pic>
        <p:nvPicPr>
          <p:cNvPr id="4" name="Picture 3" descr="PlantUML diagram">
            <a:extLst>
              <a:ext uri="{FF2B5EF4-FFF2-40B4-BE49-F238E27FC236}">
                <a16:creationId xmlns:a16="http://schemas.microsoft.com/office/drawing/2014/main" id="{E8CE98EE-DF5D-95C2-1C01-A286FCF70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83761" y="3240911"/>
            <a:ext cx="6941262" cy="3007489"/>
          </a:xfrm>
          <a:prstGeom prst="rect">
            <a:avLst/>
          </a:prstGeom>
          <a:noFill/>
          <a:ln>
            <a:noFill/>
          </a:ln>
        </p:spPr>
      </p:pic>
    </p:spTree>
    <p:extLst>
      <p:ext uri="{BB962C8B-B14F-4D97-AF65-F5344CB8AC3E}">
        <p14:creationId xmlns:p14="http://schemas.microsoft.com/office/powerpoint/2010/main" val="2053556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2D36-3CDB-050C-35ED-B2A4BEC162E1}"/>
              </a:ext>
            </a:extLst>
          </p:cNvPr>
          <p:cNvSpPr>
            <a:spLocks noGrp="1"/>
          </p:cNvSpPr>
          <p:nvPr>
            <p:ph type="title"/>
          </p:nvPr>
        </p:nvSpPr>
        <p:spPr/>
        <p:txBody>
          <a:bodyPr>
            <a:normAutofit/>
          </a:bodyPr>
          <a:lstStyle/>
          <a:p>
            <a:r>
              <a:rPr lang="en-IN" sz="4400" b="1" u="sng" dirty="0">
                <a:latin typeface="Times New Roman" panose="02020603050405020304" pitchFamily="18" charset="0"/>
                <a:cs typeface="Times New Roman" panose="02020603050405020304" pitchFamily="18" charset="0"/>
              </a:rPr>
              <a:t>CLASS DIAGRAM : </a:t>
            </a:r>
          </a:p>
        </p:txBody>
      </p:sp>
      <p:sp>
        <p:nvSpPr>
          <p:cNvPr id="3" name="Content Placeholder 2">
            <a:extLst>
              <a:ext uri="{FF2B5EF4-FFF2-40B4-BE49-F238E27FC236}">
                <a16:creationId xmlns:a16="http://schemas.microsoft.com/office/drawing/2014/main" id="{5917BA11-A597-45F0-9FBA-6A7AD95182F8}"/>
              </a:ext>
            </a:extLst>
          </p:cNvPr>
          <p:cNvSpPr>
            <a:spLocks noGrp="1"/>
          </p:cNvSpPr>
          <p:nvPr>
            <p:ph idx="1"/>
          </p:nvPr>
        </p:nvSpPr>
        <p:spPr/>
        <p:txBody>
          <a:bodyPr>
            <a:normAutofit/>
          </a:bodyPr>
          <a:lstStyle/>
          <a:p>
            <a:r>
              <a:rPr lang="en-US" altLang="zh-CN" sz="2800" dirty="0">
                <a:latin typeface="Times New Roman" panose="02020603050405020304" pitchFamily="18" charset="0"/>
                <a:cs typeface="Times New Roman" panose="02020603050405020304" pitchFamily="18" charset="0"/>
              </a:rPr>
              <a:t>Describes system classes, attributes, and relationships</a:t>
            </a:r>
            <a:r>
              <a:rPr lang="en-US" altLang="zh-CN" sz="2800" dirty="0">
                <a:cs typeface="Lucida Sans"/>
              </a:rPr>
              <a:t>.</a:t>
            </a:r>
            <a:endParaRPr lang="zh-CN" altLang="en-US" sz="2800" dirty="0">
              <a:cs typeface="Lucida Sans"/>
            </a:endParaRPr>
          </a:p>
          <a:p>
            <a:pPr marL="0" indent="0">
              <a:buNone/>
            </a:pPr>
            <a:endParaRPr lang="en-IN" sz="2800" dirty="0"/>
          </a:p>
        </p:txBody>
      </p:sp>
      <p:pic>
        <p:nvPicPr>
          <p:cNvPr id="4" name="Picture 3" descr="PlantUML diagram">
            <a:extLst>
              <a:ext uri="{FF2B5EF4-FFF2-40B4-BE49-F238E27FC236}">
                <a16:creationId xmlns:a16="http://schemas.microsoft.com/office/drawing/2014/main" id="{1BF899D4-CB62-C597-C533-010E9E3FA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588152" y="2812648"/>
            <a:ext cx="3761771" cy="3860663"/>
          </a:xfrm>
          <a:prstGeom prst="rect">
            <a:avLst/>
          </a:prstGeom>
          <a:noFill/>
          <a:ln>
            <a:noFill/>
          </a:ln>
        </p:spPr>
      </p:pic>
    </p:spTree>
    <p:extLst>
      <p:ext uri="{BB962C8B-B14F-4D97-AF65-F5344CB8AC3E}">
        <p14:creationId xmlns:p14="http://schemas.microsoft.com/office/powerpoint/2010/main" val="4241126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5EB6-6750-A23B-B4C2-F31B4FBA5435}"/>
              </a:ext>
            </a:extLst>
          </p:cNvPr>
          <p:cNvSpPr>
            <a:spLocks noGrp="1"/>
          </p:cNvSpPr>
          <p:nvPr>
            <p:ph type="title"/>
          </p:nvPr>
        </p:nvSpPr>
        <p:spPr/>
        <p:txBody>
          <a:bodyPr>
            <a:normAutofit/>
          </a:bodyPr>
          <a:lstStyle/>
          <a:p>
            <a:r>
              <a:rPr lang="en-IN" sz="4400" b="1" u="sng" dirty="0">
                <a:latin typeface="Times New Roman" panose="02020603050405020304" pitchFamily="18" charset="0"/>
                <a:cs typeface="Times New Roman" panose="02020603050405020304" pitchFamily="18" charset="0"/>
              </a:rPr>
              <a:t>SEQUENCE DIAGRAM </a:t>
            </a:r>
            <a:r>
              <a:rPr lang="en-IN" sz="4400"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DCC1EA5B-3B09-625A-5AA8-AF7C67E90665}"/>
              </a:ext>
            </a:extLst>
          </p:cNvPr>
          <p:cNvSpPr>
            <a:spLocks noGrp="1"/>
          </p:cNvSpPr>
          <p:nvPr>
            <p:ph idx="1"/>
          </p:nvPr>
        </p:nvSpPr>
        <p:spPr/>
        <p:txBody>
          <a:bodyPr>
            <a:normAutofit/>
          </a:bodyPr>
          <a:lstStyle/>
          <a:p>
            <a:r>
              <a:rPr lang="en-US" altLang="zh-CN" sz="2800" dirty="0">
                <a:cs typeface="Lucida Sans"/>
              </a:rPr>
              <a:t>Shows the sequence of interactions between system components.</a:t>
            </a:r>
            <a:endParaRPr lang="zh-CN" altLang="en-US" sz="2800" dirty="0">
              <a:cs typeface="Lucida Sans"/>
            </a:endParaRPr>
          </a:p>
          <a:p>
            <a:endParaRPr lang="en-IN" sz="2800" dirty="0"/>
          </a:p>
        </p:txBody>
      </p:sp>
      <p:pic>
        <p:nvPicPr>
          <p:cNvPr id="4" name="Picture 3" descr="PlantUML diagram">
            <a:extLst>
              <a:ext uri="{FF2B5EF4-FFF2-40B4-BE49-F238E27FC236}">
                <a16:creationId xmlns:a16="http://schemas.microsoft.com/office/drawing/2014/main" id="{905EA251-2203-A851-A301-F26415050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447387" y="2939970"/>
            <a:ext cx="4461370" cy="3491731"/>
          </a:xfrm>
          <a:prstGeom prst="rect">
            <a:avLst/>
          </a:prstGeom>
          <a:noFill/>
          <a:ln>
            <a:noFill/>
          </a:ln>
        </p:spPr>
      </p:pic>
    </p:spTree>
    <p:extLst>
      <p:ext uri="{BB962C8B-B14F-4D97-AF65-F5344CB8AC3E}">
        <p14:creationId xmlns:p14="http://schemas.microsoft.com/office/powerpoint/2010/main" val="1126020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F84FF-3DF2-EC58-F747-4DE149714A20}"/>
              </a:ext>
            </a:extLst>
          </p:cNvPr>
          <p:cNvSpPr>
            <a:spLocks noGrp="1"/>
          </p:cNvSpPr>
          <p:nvPr>
            <p:ph type="title"/>
          </p:nvPr>
        </p:nvSpPr>
        <p:spPr/>
        <p:txBody>
          <a:bodyPr>
            <a:normAutofit/>
          </a:bodyPr>
          <a:lstStyle/>
          <a:p>
            <a:r>
              <a:rPr lang="en-IN" sz="4400" b="1" u="sng" dirty="0">
                <a:latin typeface="Times New Roman" panose="02020603050405020304" pitchFamily="18" charset="0"/>
                <a:cs typeface="Times New Roman" panose="02020603050405020304" pitchFamily="18" charset="0"/>
              </a:rPr>
              <a:t>ACTIVITY DIAGRAM :</a:t>
            </a:r>
          </a:p>
        </p:txBody>
      </p:sp>
      <p:sp>
        <p:nvSpPr>
          <p:cNvPr id="3" name="Content Placeholder 2">
            <a:extLst>
              <a:ext uri="{FF2B5EF4-FFF2-40B4-BE49-F238E27FC236}">
                <a16:creationId xmlns:a16="http://schemas.microsoft.com/office/drawing/2014/main" id="{CA956216-E7D3-5BAA-B574-ADEC3B2F0E05}"/>
              </a:ext>
            </a:extLst>
          </p:cNvPr>
          <p:cNvSpPr>
            <a:spLocks noGrp="1"/>
          </p:cNvSpPr>
          <p:nvPr>
            <p:ph idx="1"/>
          </p:nvPr>
        </p:nvSpPr>
        <p:spPr/>
        <p:txBody>
          <a:bodyPr>
            <a:normAutofit/>
          </a:bodyPr>
          <a:lstStyle/>
          <a:p>
            <a:r>
              <a:rPr lang="en-US" altLang="zh-CN" sz="2800" dirty="0">
                <a:cs typeface="Lucida Sans"/>
              </a:rPr>
              <a:t>Represents the workflow of the system processes.</a:t>
            </a:r>
          </a:p>
          <a:p>
            <a:endParaRPr lang="en-IN" sz="2800" dirty="0"/>
          </a:p>
        </p:txBody>
      </p:sp>
      <p:pic>
        <p:nvPicPr>
          <p:cNvPr id="4" name="Picture 3" descr="PlantUML diagram">
            <a:extLst>
              <a:ext uri="{FF2B5EF4-FFF2-40B4-BE49-F238E27FC236}">
                <a16:creationId xmlns:a16="http://schemas.microsoft.com/office/drawing/2014/main" id="{83828DC5-E1A1-CF0F-017E-197B37370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893671" y="2453834"/>
            <a:ext cx="5058137" cy="4063440"/>
          </a:xfrm>
          <a:prstGeom prst="rect">
            <a:avLst/>
          </a:prstGeom>
          <a:noFill/>
          <a:ln>
            <a:noFill/>
          </a:ln>
        </p:spPr>
      </p:pic>
    </p:spTree>
    <p:extLst>
      <p:ext uri="{BB962C8B-B14F-4D97-AF65-F5344CB8AC3E}">
        <p14:creationId xmlns:p14="http://schemas.microsoft.com/office/powerpoint/2010/main" val="253392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9F81D2-851F-8B6B-A981-AB4D7F0B3431}"/>
              </a:ext>
            </a:extLst>
          </p:cNvPr>
          <p:cNvSpPr txBox="1"/>
          <p:nvPr/>
        </p:nvSpPr>
        <p:spPr>
          <a:xfrm>
            <a:off x="54015" y="81023"/>
            <a:ext cx="5972537" cy="7663636"/>
          </a:xfrm>
          <a:prstGeom prst="rect">
            <a:avLst/>
          </a:prstGeom>
          <a:noFill/>
        </p:spPr>
        <p:txBody>
          <a:bodyPr wrap="square" rtlCol="0">
            <a:spAutoFit/>
          </a:bodyPr>
          <a:lstStyle/>
          <a:p>
            <a:r>
              <a:rPr lang="en-IN" sz="2400" b="1" u="sng" dirty="0">
                <a:latin typeface="Times New Roman" panose="02020603050405020304" pitchFamily="18" charset="0"/>
                <a:cs typeface="Times New Roman" panose="02020603050405020304" pitchFamily="18" charset="0"/>
              </a:rPr>
              <a:t>SOURCE CODE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messagebox</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import *</a:t>
            </a: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simpledialog</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tkinter</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matplotlib.pyplot</a:t>
            </a:r>
            <a:r>
              <a:rPr lang="en-IN" dirty="0">
                <a:latin typeface="Times New Roman" panose="02020603050405020304" pitchFamily="18" charset="0"/>
                <a:cs typeface="Times New Roman" panose="02020603050405020304" pitchFamily="18" charset="0"/>
              </a:rPr>
              <a:t> as </a:t>
            </a:r>
            <a:r>
              <a:rPr lang="en-IN" dirty="0" err="1">
                <a:latin typeface="Times New Roman" panose="02020603050405020304" pitchFamily="18" charset="0"/>
                <a:cs typeface="Times New Roman" panose="02020603050405020304" pitchFamily="18" charset="0"/>
              </a:rPr>
              <a:t>plt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as np</a:t>
            </a: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ttk</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filedialog</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pandas as pd</a:t>
            </a: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sklearn.model_selection</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train_test_split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os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cv2</a:t>
            </a: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sklearn.preprocessing</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StandardScaler</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sklearn.metrics</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accuracy_score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svm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sklearn.metrics</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accuracy_score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sklearn.metrics</a:t>
            </a:r>
            <a:r>
              <a:rPr lang="en-IN" dirty="0">
                <a:latin typeface="Times New Roman" panose="02020603050405020304" pitchFamily="18" charset="0"/>
                <a:cs typeface="Times New Roman" panose="02020603050405020304" pitchFamily="18" charset="0"/>
              </a:rPr>
              <a:t> import f1_score</a:t>
            </a: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sklearn.metrics</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precision_score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sklearn.metrics</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recall_score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matplotlib.pyplot</a:t>
            </a:r>
            <a:r>
              <a:rPr lang="en-IN" dirty="0">
                <a:latin typeface="Times New Roman" panose="02020603050405020304" pitchFamily="18" charset="0"/>
                <a:cs typeface="Times New Roman" panose="02020603050405020304" pitchFamily="18" charset="0"/>
              </a:rPr>
              <a:t> as </a:t>
            </a:r>
            <a:r>
              <a:rPr lang="en-IN" dirty="0" err="1">
                <a:latin typeface="Times New Roman" panose="02020603050405020304" pitchFamily="18" charset="0"/>
                <a:cs typeface="Times New Roman" panose="02020603050405020304" pitchFamily="18" charset="0"/>
              </a:rPr>
              <a:t>plt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seaborn as </a:t>
            </a:r>
            <a:r>
              <a:rPr lang="en-IN" dirty="0" err="1">
                <a:latin typeface="Times New Roman" panose="02020603050405020304" pitchFamily="18" charset="0"/>
                <a:cs typeface="Times New Roman" panose="02020603050405020304" pitchFamily="18" charset="0"/>
              </a:rPr>
              <a:t>sns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os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sklearn.metrics</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confusion_matrix</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F22780D-0D08-B914-C338-4A4B2B335BD1}"/>
              </a:ext>
            </a:extLst>
          </p:cNvPr>
          <p:cNvSpPr txBox="1"/>
          <p:nvPr/>
        </p:nvSpPr>
        <p:spPr>
          <a:xfrm>
            <a:off x="5220182" y="81023"/>
            <a:ext cx="6620718" cy="7179351"/>
          </a:xfrm>
          <a:prstGeom prst="rect">
            <a:avLst/>
          </a:prstGeom>
          <a:noFill/>
        </p:spPr>
        <p:txBody>
          <a:bodyPr wrap="square" rtlCol="0">
            <a:spAutoFit/>
          </a:bodyPr>
          <a:lstStyle/>
          <a:p>
            <a:r>
              <a:rPr lang="en-IN" dirty="0"/>
              <a:t>main = Tk()</a:t>
            </a:r>
          </a:p>
          <a:p>
            <a:r>
              <a:rPr lang="en-IN" dirty="0" err="1"/>
              <a:t>main.title</a:t>
            </a:r>
            <a:r>
              <a:rPr lang="en-IN" dirty="0"/>
              <a:t>("Children ADHD Disease Detection using Pose </a:t>
            </a:r>
            <a:r>
              <a:rPr lang="en-IN" dirty="0" err="1"/>
              <a:t>Extimation</a:t>
            </a:r>
            <a:r>
              <a:rPr lang="en-IN" dirty="0"/>
              <a:t> Technique")</a:t>
            </a:r>
          </a:p>
          <a:p>
            <a:r>
              <a:rPr lang="en-IN" dirty="0" err="1"/>
              <a:t>main.geometry</a:t>
            </a:r>
            <a:r>
              <a:rPr lang="en-IN" dirty="0"/>
              <a:t>("1300x1200")</a:t>
            </a:r>
          </a:p>
          <a:p>
            <a:r>
              <a:rPr lang="en-IN" dirty="0"/>
              <a:t> </a:t>
            </a:r>
          </a:p>
          <a:p>
            <a:r>
              <a:rPr lang="en-IN" dirty="0"/>
              <a:t>global filename</a:t>
            </a:r>
          </a:p>
          <a:p>
            <a:r>
              <a:rPr lang="en-IN" dirty="0"/>
              <a:t>global X, Y</a:t>
            </a:r>
          </a:p>
          <a:p>
            <a:r>
              <a:rPr lang="en-IN" dirty="0"/>
              <a:t>global </a:t>
            </a:r>
            <a:r>
              <a:rPr lang="en-IN" dirty="0" err="1"/>
              <a:t>X_train</a:t>
            </a:r>
            <a:r>
              <a:rPr lang="en-IN" dirty="0"/>
              <a:t>, </a:t>
            </a:r>
            <a:r>
              <a:rPr lang="en-IN" dirty="0" err="1"/>
              <a:t>X_test</a:t>
            </a:r>
            <a:r>
              <a:rPr lang="en-IN" dirty="0"/>
              <a:t>, </a:t>
            </a:r>
            <a:r>
              <a:rPr lang="en-IN" dirty="0" err="1"/>
              <a:t>y_train</a:t>
            </a:r>
            <a:r>
              <a:rPr lang="en-IN" dirty="0"/>
              <a:t>, </a:t>
            </a:r>
            <a:r>
              <a:rPr lang="en-IN" dirty="0" err="1"/>
              <a:t>y_test</a:t>
            </a:r>
            <a:r>
              <a:rPr lang="en-IN" dirty="0"/>
              <a:t>, scaler, </a:t>
            </a:r>
            <a:r>
              <a:rPr lang="en-IN" dirty="0" err="1"/>
              <a:t>svm_cls</a:t>
            </a:r>
            <a:endParaRPr lang="en-IN" dirty="0"/>
          </a:p>
          <a:p>
            <a:r>
              <a:rPr lang="en-IN" dirty="0"/>
              <a:t>global dataset</a:t>
            </a:r>
          </a:p>
          <a:p>
            <a:r>
              <a:rPr lang="en-IN" dirty="0" err="1"/>
              <a:t>proto_File</a:t>
            </a:r>
            <a:r>
              <a:rPr lang="en-IN" dirty="0"/>
              <a:t> = "Models/</a:t>
            </a:r>
            <a:r>
              <a:rPr lang="en-IN" dirty="0" err="1"/>
              <a:t>pose_deploy_linevec.prototxt</a:t>
            </a:r>
            <a:r>
              <a:rPr lang="en-IN" dirty="0"/>
              <a:t>"</a:t>
            </a:r>
          </a:p>
          <a:p>
            <a:r>
              <a:rPr lang="en-IN" dirty="0" err="1"/>
              <a:t>weights_File</a:t>
            </a:r>
            <a:r>
              <a:rPr lang="en-IN" dirty="0"/>
              <a:t> = "Models/pose_iter_440000.caffemodel"</a:t>
            </a:r>
          </a:p>
          <a:p>
            <a:r>
              <a:rPr lang="en-IN" dirty="0" err="1"/>
              <a:t>n_Points</a:t>
            </a:r>
            <a:r>
              <a:rPr lang="en-IN" dirty="0"/>
              <a:t> = 18</a:t>
            </a:r>
          </a:p>
          <a:p>
            <a:r>
              <a:rPr lang="en-IN" dirty="0"/>
              <a:t>POSE_PAIRS = [ [1,0],[1,2],[1,5],[2,3],[3,4],[5,6],[6,7],[1,8],[8,9],[9,10],[1,11],[11,12],[12,13],[0,14],[0,15],[14,16],[15,17]]</a:t>
            </a:r>
          </a:p>
          <a:p>
            <a:r>
              <a:rPr lang="en-IN" dirty="0" err="1"/>
              <a:t>in_Width</a:t>
            </a:r>
            <a:r>
              <a:rPr lang="en-IN" dirty="0"/>
              <a:t> = 368</a:t>
            </a:r>
          </a:p>
          <a:p>
            <a:r>
              <a:rPr lang="en-IN" dirty="0" err="1"/>
              <a:t>in_Height</a:t>
            </a:r>
            <a:r>
              <a:rPr lang="en-IN" dirty="0"/>
              <a:t> = 368</a:t>
            </a:r>
          </a:p>
          <a:p>
            <a:r>
              <a:rPr lang="en-IN" dirty="0"/>
              <a:t>threshold = 0.1</a:t>
            </a:r>
          </a:p>
          <a:p>
            <a:r>
              <a:rPr lang="en-IN" dirty="0"/>
              <a:t>POSE_NAMES = ["Head", "Neck", "</a:t>
            </a:r>
            <a:r>
              <a:rPr lang="en-IN" dirty="0" err="1"/>
              <a:t>RShoulder</a:t>
            </a:r>
            <a:r>
              <a:rPr lang="en-IN" dirty="0"/>
              <a:t>", "</a:t>
            </a:r>
            <a:r>
              <a:rPr lang="en-IN" dirty="0" err="1"/>
              <a:t>RElbow</a:t>
            </a:r>
            <a:r>
              <a:rPr lang="en-IN" dirty="0"/>
              <a:t>", "</a:t>
            </a:r>
            <a:r>
              <a:rPr lang="en-IN" dirty="0" err="1"/>
              <a:t>RWrist</a:t>
            </a:r>
            <a:r>
              <a:rPr lang="en-IN" dirty="0"/>
              <a:t>", "</a:t>
            </a:r>
            <a:r>
              <a:rPr lang="en-IN" dirty="0" err="1"/>
              <a:t>LShoulder</a:t>
            </a:r>
            <a:r>
              <a:rPr lang="en-IN" dirty="0"/>
              <a:t>", "</a:t>
            </a:r>
            <a:r>
              <a:rPr lang="en-IN" dirty="0" err="1"/>
              <a:t>LElbow</a:t>
            </a:r>
            <a:r>
              <a:rPr lang="en-IN" dirty="0"/>
              <a:t>", "</a:t>
            </a:r>
            <a:r>
              <a:rPr lang="en-IN" dirty="0" err="1"/>
              <a:t>LWrist</a:t>
            </a:r>
            <a:r>
              <a:rPr lang="en-IN" dirty="0"/>
              <a:t>", "</a:t>
            </a:r>
            <a:r>
              <a:rPr lang="en-IN" dirty="0" err="1"/>
              <a:t>RHip</a:t>
            </a:r>
            <a:r>
              <a:rPr lang="en-IN" dirty="0"/>
              <a:t>", "</a:t>
            </a:r>
            <a:r>
              <a:rPr lang="en-IN" dirty="0" err="1"/>
              <a:t>RKnee</a:t>
            </a:r>
            <a:r>
              <a:rPr lang="en-IN" dirty="0"/>
              <a:t>",</a:t>
            </a:r>
          </a:p>
          <a:p>
            <a:r>
              <a:rPr lang="en-IN" dirty="0"/>
              <a:t>              "</a:t>
            </a:r>
            <a:r>
              <a:rPr lang="en-IN" dirty="0" err="1"/>
              <a:t>RAnkle</a:t>
            </a:r>
            <a:r>
              <a:rPr lang="en-IN" dirty="0"/>
              <a:t>", "</a:t>
            </a:r>
            <a:r>
              <a:rPr lang="en-IN" dirty="0" err="1"/>
              <a:t>LHip</a:t>
            </a:r>
            <a:r>
              <a:rPr lang="en-IN" dirty="0"/>
              <a:t>", "</a:t>
            </a:r>
            <a:r>
              <a:rPr lang="en-IN" dirty="0" err="1"/>
              <a:t>LKnee</a:t>
            </a:r>
            <a:r>
              <a:rPr lang="en-IN" dirty="0"/>
              <a:t>", "</a:t>
            </a:r>
            <a:r>
              <a:rPr lang="en-IN" dirty="0" err="1"/>
              <a:t>LAnkle</a:t>
            </a:r>
            <a:r>
              <a:rPr lang="en-IN" dirty="0"/>
              <a:t>", "Chest", "Background"]</a:t>
            </a:r>
          </a:p>
          <a:p>
            <a:r>
              <a:rPr lang="en-IN" dirty="0"/>
              <a:t> </a:t>
            </a:r>
          </a:p>
          <a:p>
            <a:r>
              <a:rPr lang="en-IN" dirty="0"/>
              <a:t>net = cv2.dnn.readNetFromCaffe(</a:t>
            </a:r>
            <a:r>
              <a:rPr lang="en-IN" dirty="0" err="1"/>
              <a:t>proto_File</a:t>
            </a:r>
            <a:r>
              <a:rPr lang="en-IN" dirty="0"/>
              <a:t>, </a:t>
            </a:r>
            <a:r>
              <a:rPr lang="en-IN" dirty="0" err="1"/>
              <a:t>weights_File</a:t>
            </a:r>
            <a:r>
              <a:rPr lang="en-IN" dirty="0"/>
              <a:t>)</a:t>
            </a:r>
          </a:p>
          <a:p>
            <a:r>
              <a:rPr lang="en-IN" dirty="0" err="1"/>
              <a:t>net.setPreferableBackend</a:t>
            </a:r>
            <a:r>
              <a:rPr lang="en-IN" dirty="0"/>
              <a:t>(cv2.dnn.DNN_TARGET_CPU)</a:t>
            </a:r>
          </a:p>
          <a:p>
            <a:endParaRPr lang="en-IN" dirty="0"/>
          </a:p>
        </p:txBody>
      </p:sp>
    </p:spTree>
    <p:extLst>
      <p:ext uri="{BB962C8B-B14F-4D97-AF65-F5344CB8AC3E}">
        <p14:creationId xmlns:p14="http://schemas.microsoft.com/office/powerpoint/2010/main" val="1762552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DD144B-85B0-1E06-408C-551E6775C896}"/>
              </a:ext>
            </a:extLst>
          </p:cNvPr>
          <p:cNvSpPr txBox="1"/>
          <p:nvPr/>
        </p:nvSpPr>
        <p:spPr>
          <a:xfrm>
            <a:off x="142754" y="34724"/>
            <a:ext cx="6269621" cy="7202501"/>
          </a:xfrm>
          <a:prstGeom prst="rect">
            <a:avLst/>
          </a:prstGeom>
          <a:noFill/>
        </p:spPr>
        <p:txBody>
          <a:bodyPr wrap="square" rtlCol="0">
            <a:spAutoFit/>
          </a:bodyPr>
          <a:lstStyle/>
          <a:p>
            <a:r>
              <a:rPr lang="en-IN" dirty="0"/>
              <a:t>def </a:t>
            </a:r>
            <a:r>
              <a:rPr lang="en-IN" dirty="0" err="1"/>
              <a:t>uploadDataset</a:t>
            </a:r>
            <a:r>
              <a:rPr lang="en-IN" dirty="0"/>
              <a:t>(): </a:t>
            </a:r>
          </a:p>
          <a:p>
            <a:r>
              <a:rPr lang="en-IN" dirty="0"/>
              <a:t>    global filename, dataset</a:t>
            </a:r>
          </a:p>
          <a:p>
            <a:r>
              <a:rPr lang="en-IN" dirty="0"/>
              <a:t>    filename = </a:t>
            </a:r>
            <a:r>
              <a:rPr lang="en-IN" dirty="0" err="1"/>
              <a:t>filedialog.askopenfilename</a:t>
            </a:r>
            <a:r>
              <a:rPr lang="en-IN" dirty="0"/>
              <a:t>(</a:t>
            </a:r>
            <a:r>
              <a:rPr lang="en-IN" dirty="0" err="1"/>
              <a:t>initialdir</a:t>
            </a:r>
            <a:r>
              <a:rPr lang="en-IN" dirty="0"/>
              <a:t>="</a:t>
            </a:r>
            <a:r>
              <a:rPr lang="en-IN" dirty="0" err="1"/>
              <a:t>ADHDDataset</a:t>
            </a:r>
            <a:r>
              <a:rPr lang="en-IN" dirty="0"/>
              <a:t>")</a:t>
            </a:r>
          </a:p>
          <a:p>
            <a:r>
              <a:rPr lang="en-IN" dirty="0"/>
              <a:t>    </a:t>
            </a:r>
            <a:r>
              <a:rPr lang="en-IN" dirty="0" err="1"/>
              <a:t>text.delete</a:t>
            </a:r>
            <a:r>
              <a:rPr lang="en-IN" dirty="0"/>
              <a:t>('1.0', END)</a:t>
            </a:r>
          </a:p>
          <a:p>
            <a:r>
              <a:rPr lang="en-IN" dirty="0"/>
              <a:t>    </a:t>
            </a:r>
            <a:r>
              <a:rPr lang="en-IN" dirty="0" err="1"/>
              <a:t>text.insert</a:t>
            </a:r>
            <a:r>
              <a:rPr lang="en-IN" dirty="0"/>
              <a:t>(</a:t>
            </a:r>
            <a:r>
              <a:rPr lang="en-IN" dirty="0" err="1"/>
              <a:t>END,filename</a:t>
            </a:r>
            <a:r>
              <a:rPr lang="en-IN" dirty="0"/>
              <a:t>+" loaded\n\n")</a:t>
            </a:r>
          </a:p>
          <a:p>
            <a:r>
              <a:rPr lang="en-IN" dirty="0"/>
              <a:t>    dataset = </a:t>
            </a:r>
            <a:r>
              <a:rPr lang="en-IN" dirty="0" err="1"/>
              <a:t>pd.read_csv</a:t>
            </a:r>
            <a:r>
              <a:rPr lang="en-IN" dirty="0"/>
              <a:t>(filename)</a:t>
            </a:r>
          </a:p>
          <a:p>
            <a:r>
              <a:rPr lang="en-IN" dirty="0"/>
              <a:t>    </a:t>
            </a:r>
            <a:r>
              <a:rPr lang="en-IN" dirty="0" err="1"/>
              <a:t>text.insert</a:t>
            </a:r>
            <a:r>
              <a:rPr lang="en-IN" dirty="0"/>
              <a:t>(</a:t>
            </a:r>
            <a:r>
              <a:rPr lang="en-IN" dirty="0" err="1"/>
              <a:t>END,str</a:t>
            </a:r>
            <a:r>
              <a:rPr lang="en-IN" dirty="0"/>
              <a:t>(</a:t>
            </a:r>
            <a:r>
              <a:rPr lang="en-IN" dirty="0" err="1"/>
              <a:t>dataset.head</a:t>
            </a:r>
            <a:r>
              <a:rPr lang="en-IN" dirty="0"/>
              <a:t>()))</a:t>
            </a:r>
          </a:p>
          <a:p>
            <a:r>
              <a:rPr lang="en-IN" dirty="0"/>
              <a:t> </a:t>
            </a:r>
          </a:p>
          <a:p>
            <a:r>
              <a:rPr lang="en-IN" dirty="0"/>
              <a:t>def </a:t>
            </a:r>
            <a:r>
              <a:rPr lang="en-IN" dirty="0" err="1"/>
              <a:t>processDataset</a:t>
            </a:r>
            <a:r>
              <a:rPr lang="en-IN" dirty="0"/>
              <a:t>():</a:t>
            </a:r>
          </a:p>
          <a:p>
            <a:r>
              <a:rPr lang="en-IN" dirty="0"/>
              <a:t>    global dataset, X, Y, scaler</a:t>
            </a:r>
          </a:p>
          <a:p>
            <a:r>
              <a:rPr lang="en-IN" dirty="0"/>
              <a:t>    </a:t>
            </a:r>
            <a:r>
              <a:rPr lang="en-IN" dirty="0" err="1"/>
              <a:t>text.delete</a:t>
            </a:r>
            <a:r>
              <a:rPr lang="en-IN" dirty="0"/>
              <a:t>('1.0', END)</a:t>
            </a:r>
          </a:p>
          <a:p>
            <a:r>
              <a:rPr lang="en-IN" dirty="0"/>
              <a:t>    data = </a:t>
            </a:r>
            <a:r>
              <a:rPr lang="en-IN" dirty="0" err="1"/>
              <a:t>dataset.values</a:t>
            </a:r>
            <a:endParaRPr lang="en-IN" dirty="0"/>
          </a:p>
          <a:p>
            <a:r>
              <a:rPr lang="en-IN" dirty="0"/>
              <a:t>    X = data[:,0:data.shape[1]-1]</a:t>
            </a:r>
          </a:p>
          <a:p>
            <a:r>
              <a:rPr lang="en-IN" dirty="0"/>
              <a:t>    Y = data[:,</a:t>
            </a:r>
            <a:r>
              <a:rPr lang="en-IN" dirty="0" err="1"/>
              <a:t>data.shape</a:t>
            </a:r>
            <a:r>
              <a:rPr lang="en-IN" dirty="0"/>
              <a:t>[1]-1]</a:t>
            </a:r>
          </a:p>
          <a:p>
            <a:r>
              <a:rPr lang="en-IN" dirty="0"/>
              <a:t>    indices = </a:t>
            </a:r>
            <a:r>
              <a:rPr lang="en-IN" dirty="0" err="1"/>
              <a:t>np.arange</a:t>
            </a:r>
            <a:r>
              <a:rPr lang="en-IN" dirty="0"/>
              <a:t>(</a:t>
            </a:r>
            <a:r>
              <a:rPr lang="en-IN" dirty="0" err="1"/>
              <a:t>X.shape</a:t>
            </a:r>
            <a:r>
              <a:rPr lang="en-IN" dirty="0"/>
              <a:t>[0]) #shuffling dataset values</a:t>
            </a:r>
          </a:p>
          <a:p>
            <a:r>
              <a:rPr lang="en-IN" dirty="0"/>
              <a:t>    </a:t>
            </a:r>
            <a:r>
              <a:rPr lang="en-IN" dirty="0" err="1"/>
              <a:t>np.random.shuffle</a:t>
            </a:r>
            <a:r>
              <a:rPr lang="en-IN" dirty="0"/>
              <a:t>(indices)</a:t>
            </a:r>
          </a:p>
          <a:p>
            <a:r>
              <a:rPr lang="en-IN" dirty="0"/>
              <a:t>    X = X[indices]</a:t>
            </a:r>
          </a:p>
          <a:p>
            <a:r>
              <a:rPr lang="en-IN" dirty="0"/>
              <a:t>    Y = Y[indices]</a:t>
            </a:r>
          </a:p>
          <a:p>
            <a:r>
              <a:rPr lang="en-IN" dirty="0"/>
              <a:t>    scaler = </a:t>
            </a:r>
            <a:r>
              <a:rPr lang="en-IN" dirty="0" err="1"/>
              <a:t>StandardScaler</a:t>
            </a:r>
            <a:r>
              <a:rPr lang="en-IN" dirty="0"/>
              <a:t>()</a:t>
            </a:r>
          </a:p>
          <a:p>
            <a:r>
              <a:rPr lang="en-IN" dirty="0"/>
              <a:t>    X = </a:t>
            </a:r>
            <a:r>
              <a:rPr lang="en-IN" dirty="0" err="1"/>
              <a:t>scaler.fit_transform</a:t>
            </a:r>
            <a:r>
              <a:rPr lang="en-IN" dirty="0"/>
              <a:t>(X)</a:t>
            </a:r>
          </a:p>
          <a:p>
            <a:r>
              <a:rPr lang="en-IN" dirty="0"/>
              <a:t>    </a:t>
            </a:r>
            <a:r>
              <a:rPr lang="en-IN" dirty="0" err="1"/>
              <a:t>text.insert</a:t>
            </a:r>
            <a:r>
              <a:rPr lang="en-IN" dirty="0"/>
              <a:t>(</a:t>
            </a:r>
            <a:r>
              <a:rPr lang="en-IN" dirty="0" err="1"/>
              <a:t>END,"Dataset</a:t>
            </a:r>
            <a:r>
              <a:rPr lang="en-IN" dirty="0"/>
              <a:t> Processing, Shuffling &amp; Normalization Completed\n\n")</a:t>
            </a:r>
          </a:p>
          <a:p>
            <a:r>
              <a:rPr lang="en-IN" dirty="0"/>
              <a:t>    </a:t>
            </a:r>
            <a:r>
              <a:rPr lang="en-IN" dirty="0" err="1"/>
              <a:t>text.insert</a:t>
            </a:r>
            <a:r>
              <a:rPr lang="en-IN" dirty="0"/>
              <a:t>(</a:t>
            </a:r>
            <a:r>
              <a:rPr lang="en-IN" dirty="0" err="1"/>
              <a:t>END,"Normalized</a:t>
            </a:r>
            <a:r>
              <a:rPr lang="en-IN" dirty="0"/>
              <a:t> Dataset Values = "+str(X))</a:t>
            </a:r>
          </a:p>
          <a:p>
            <a:endParaRPr lang="en-IN" dirty="0"/>
          </a:p>
        </p:txBody>
      </p:sp>
      <p:sp>
        <p:nvSpPr>
          <p:cNvPr id="4" name="TextBox 3">
            <a:extLst>
              <a:ext uri="{FF2B5EF4-FFF2-40B4-BE49-F238E27FC236}">
                <a16:creationId xmlns:a16="http://schemas.microsoft.com/office/drawing/2014/main" id="{E42ABF9D-C32F-56CC-DDB7-5EFBF006A3D3}"/>
              </a:ext>
            </a:extLst>
          </p:cNvPr>
          <p:cNvSpPr txBox="1"/>
          <p:nvPr/>
        </p:nvSpPr>
        <p:spPr>
          <a:xfrm>
            <a:off x="6011120" y="34724"/>
            <a:ext cx="6038126" cy="7017306"/>
          </a:xfrm>
          <a:prstGeom prst="rect">
            <a:avLst/>
          </a:prstGeom>
          <a:noFill/>
        </p:spPr>
        <p:txBody>
          <a:bodyPr wrap="square" rtlCol="0">
            <a:spAutoFit/>
          </a:bodyPr>
          <a:lstStyle/>
          <a:p>
            <a:r>
              <a:rPr lang="en-IN" dirty="0"/>
              <a:t>def </a:t>
            </a:r>
            <a:r>
              <a:rPr lang="en-IN" dirty="0" err="1"/>
              <a:t>splitDataset</a:t>
            </a:r>
            <a:r>
              <a:rPr lang="en-IN" dirty="0"/>
              <a:t>():</a:t>
            </a:r>
          </a:p>
          <a:p>
            <a:r>
              <a:rPr lang="en-IN" dirty="0"/>
              <a:t>    </a:t>
            </a:r>
            <a:r>
              <a:rPr lang="en-IN" dirty="0" err="1"/>
              <a:t>text.delete</a:t>
            </a:r>
            <a:r>
              <a:rPr lang="en-IN" dirty="0"/>
              <a:t>('1.0', END)</a:t>
            </a:r>
          </a:p>
          <a:p>
            <a:r>
              <a:rPr lang="en-IN" dirty="0"/>
              <a:t>    global X, Y, </a:t>
            </a:r>
            <a:r>
              <a:rPr lang="en-IN" dirty="0" err="1"/>
              <a:t>X_train</a:t>
            </a:r>
            <a:r>
              <a:rPr lang="en-IN" dirty="0"/>
              <a:t>, </a:t>
            </a:r>
            <a:r>
              <a:rPr lang="en-IN" dirty="0" err="1"/>
              <a:t>X_test</a:t>
            </a:r>
            <a:r>
              <a:rPr lang="en-IN" dirty="0"/>
              <a:t>, </a:t>
            </a:r>
            <a:r>
              <a:rPr lang="en-IN" dirty="0" err="1"/>
              <a:t>y_train</a:t>
            </a:r>
            <a:r>
              <a:rPr lang="en-IN" dirty="0"/>
              <a:t>, </a:t>
            </a:r>
            <a:r>
              <a:rPr lang="en-IN" dirty="0" err="1"/>
              <a:t>y_test</a:t>
            </a:r>
            <a:endParaRPr lang="en-IN" dirty="0"/>
          </a:p>
          <a:p>
            <a:r>
              <a:rPr lang="en-IN" dirty="0"/>
              <a:t>    </a:t>
            </a:r>
            <a:r>
              <a:rPr lang="en-IN" dirty="0" err="1"/>
              <a:t>X_train</a:t>
            </a:r>
            <a:r>
              <a:rPr lang="en-IN" dirty="0"/>
              <a:t>, </a:t>
            </a:r>
            <a:r>
              <a:rPr lang="en-IN" dirty="0" err="1"/>
              <a:t>X_test</a:t>
            </a:r>
            <a:r>
              <a:rPr lang="en-IN" dirty="0"/>
              <a:t>, </a:t>
            </a:r>
            <a:r>
              <a:rPr lang="en-IN" dirty="0" err="1"/>
              <a:t>y_train</a:t>
            </a:r>
            <a:r>
              <a:rPr lang="en-IN" dirty="0"/>
              <a:t>, </a:t>
            </a:r>
            <a:r>
              <a:rPr lang="en-IN" dirty="0" err="1"/>
              <a:t>y_test</a:t>
            </a:r>
            <a:r>
              <a:rPr lang="en-IN" dirty="0"/>
              <a:t> = </a:t>
            </a:r>
            <a:r>
              <a:rPr lang="en-IN" dirty="0" err="1"/>
              <a:t>train_test_split</a:t>
            </a:r>
            <a:r>
              <a:rPr lang="en-IN" dirty="0"/>
              <a:t>(X, Y, </a:t>
            </a:r>
            <a:r>
              <a:rPr lang="en-IN" dirty="0" err="1"/>
              <a:t>test_size</a:t>
            </a:r>
            <a:r>
              <a:rPr lang="en-IN" dirty="0"/>
              <a:t>=0.2)</a:t>
            </a:r>
          </a:p>
          <a:p>
            <a:r>
              <a:rPr lang="en-IN" dirty="0"/>
              <a:t>    </a:t>
            </a:r>
            <a:r>
              <a:rPr lang="en-IN" dirty="0" err="1"/>
              <a:t>text.insert</a:t>
            </a:r>
            <a:r>
              <a:rPr lang="en-IN" dirty="0"/>
              <a:t>(</a:t>
            </a:r>
            <a:r>
              <a:rPr lang="en-IN" dirty="0" err="1"/>
              <a:t>END,"Total</a:t>
            </a:r>
            <a:r>
              <a:rPr lang="en-IN" dirty="0"/>
              <a:t> records found in Dataset : "+str(</a:t>
            </a:r>
            <a:r>
              <a:rPr lang="en-IN" dirty="0" err="1"/>
              <a:t>X.shape</a:t>
            </a:r>
            <a:r>
              <a:rPr lang="en-IN" dirty="0"/>
              <a:t>[0])+"\n")</a:t>
            </a:r>
          </a:p>
          <a:p>
            <a:r>
              <a:rPr lang="en-IN" dirty="0"/>
              <a:t>    </a:t>
            </a:r>
            <a:r>
              <a:rPr lang="en-IN" dirty="0" err="1"/>
              <a:t>text.insert</a:t>
            </a:r>
            <a:r>
              <a:rPr lang="en-IN" dirty="0"/>
              <a:t>(</a:t>
            </a:r>
            <a:r>
              <a:rPr lang="en-IN" dirty="0" err="1"/>
              <a:t>END,"Total</a:t>
            </a:r>
            <a:r>
              <a:rPr lang="en-IN" dirty="0"/>
              <a:t> features found in each record : "+str(</a:t>
            </a:r>
            <a:r>
              <a:rPr lang="en-IN" dirty="0" err="1"/>
              <a:t>X.shape</a:t>
            </a:r>
            <a:r>
              <a:rPr lang="en-IN" dirty="0"/>
              <a:t>[1])+"\n")</a:t>
            </a:r>
          </a:p>
          <a:p>
            <a:r>
              <a:rPr lang="en-IN" dirty="0"/>
              <a:t>    </a:t>
            </a:r>
            <a:r>
              <a:rPr lang="en-IN" dirty="0" err="1"/>
              <a:t>text.insert</a:t>
            </a:r>
            <a:r>
              <a:rPr lang="en-IN" dirty="0"/>
              <a:t>(</a:t>
            </a:r>
            <a:r>
              <a:rPr lang="en-IN" dirty="0" err="1"/>
              <a:t>END,"Dataset</a:t>
            </a:r>
            <a:r>
              <a:rPr lang="en-IN" dirty="0"/>
              <a:t> Train &amp; Test Split\n")</a:t>
            </a:r>
          </a:p>
          <a:p>
            <a:r>
              <a:rPr lang="en-IN" dirty="0"/>
              <a:t>    </a:t>
            </a:r>
            <a:r>
              <a:rPr lang="en-IN" dirty="0" err="1"/>
              <a:t>text.insert</a:t>
            </a:r>
            <a:r>
              <a:rPr lang="en-IN" dirty="0"/>
              <a:t>(END,"80% dataset size used to train algorithms : "+str(</a:t>
            </a:r>
            <a:r>
              <a:rPr lang="en-IN" dirty="0" err="1"/>
              <a:t>X_train.shape</a:t>
            </a:r>
            <a:r>
              <a:rPr lang="en-IN" dirty="0"/>
              <a:t>[0])+"\n")</a:t>
            </a:r>
          </a:p>
          <a:p>
            <a:r>
              <a:rPr lang="en-IN" dirty="0"/>
              <a:t>    </a:t>
            </a:r>
            <a:r>
              <a:rPr lang="en-IN" dirty="0" err="1"/>
              <a:t>text.insert</a:t>
            </a:r>
            <a:r>
              <a:rPr lang="en-IN" dirty="0"/>
              <a:t>(END,"20% dataset size used to test algorithms : "+str(</a:t>
            </a:r>
            <a:r>
              <a:rPr lang="en-IN" dirty="0" err="1"/>
              <a:t>X_test.shape</a:t>
            </a:r>
            <a:r>
              <a:rPr lang="en-IN" dirty="0"/>
              <a:t>[0])+"\n")</a:t>
            </a:r>
          </a:p>
          <a:p>
            <a:r>
              <a:rPr lang="en-IN" dirty="0"/>
              <a:t> </a:t>
            </a:r>
          </a:p>
          <a:p>
            <a:r>
              <a:rPr lang="en-IN" dirty="0"/>
              <a:t>def </a:t>
            </a:r>
            <a:r>
              <a:rPr lang="en-IN" dirty="0" err="1"/>
              <a:t>calculateMetrics</a:t>
            </a:r>
            <a:r>
              <a:rPr lang="en-IN" dirty="0"/>
              <a:t>(algorithm, predict, </a:t>
            </a:r>
            <a:r>
              <a:rPr lang="en-IN" dirty="0" err="1"/>
              <a:t>y_test</a:t>
            </a:r>
            <a:r>
              <a:rPr lang="en-IN" dirty="0"/>
              <a:t>):</a:t>
            </a:r>
          </a:p>
          <a:p>
            <a:r>
              <a:rPr lang="en-IN" dirty="0"/>
              <a:t>    label = ['Normal', 'ADHD Disease']</a:t>
            </a:r>
          </a:p>
          <a:p>
            <a:r>
              <a:rPr lang="en-IN" dirty="0"/>
              <a:t>    a = </a:t>
            </a:r>
            <a:r>
              <a:rPr lang="en-IN" dirty="0" err="1"/>
              <a:t>accuracy_score</a:t>
            </a:r>
            <a:r>
              <a:rPr lang="en-IN" dirty="0"/>
              <a:t>(</a:t>
            </a:r>
            <a:r>
              <a:rPr lang="en-IN" dirty="0" err="1"/>
              <a:t>y_test,predict</a:t>
            </a:r>
            <a:r>
              <a:rPr lang="en-IN" dirty="0"/>
              <a:t>)*100</a:t>
            </a:r>
          </a:p>
          <a:p>
            <a:r>
              <a:rPr lang="en-IN" dirty="0"/>
              <a:t>    p = </a:t>
            </a:r>
            <a:r>
              <a:rPr lang="en-IN" dirty="0" err="1"/>
              <a:t>precision_score</a:t>
            </a:r>
            <a:r>
              <a:rPr lang="en-IN" dirty="0"/>
              <a:t>(</a:t>
            </a:r>
            <a:r>
              <a:rPr lang="en-IN" dirty="0" err="1"/>
              <a:t>y_test</a:t>
            </a:r>
            <a:r>
              <a:rPr lang="en-IN" dirty="0"/>
              <a:t>, </a:t>
            </a:r>
            <a:r>
              <a:rPr lang="en-IN" dirty="0" err="1"/>
              <a:t>predict,average</a:t>
            </a:r>
            <a:r>
              <a:rPr lang="en-IN" dirty="0"/>
              <a:t>='macro') * 100</a:t>
            </a:r>
          </a:p>
          <a:p>
            <a:r>
              <a:rPr lang="en-IN" dirty="0"/>
              <a:t>    r = </a:t>
            </a:r>
            <a:r>
              <a:rPr lang="en-IN" dirty="0" err="1"/>
              <a:t>recall_score</a:t>
            </a:r>
            <a:r>
              <a:rPr lang="en-IN" dirty="0"/>
              <a:t>(</a:t>
            </a:r>
            <a:r>
              <a:rPr lang="en-IN" dirty="0" err="1"/>
              <a:t>y_test</a:t>
            </a:r>
            <a:r>
              <a:rPr lang="en-IN" dirty="0"/>
              <a:t>, </a:t>
            </a:r>
            <a:r>
              <a:rPr lang="en-IN" dirty="0" err="1"/>
              <a:t>predict,average</a:t>
            </a:r>
            <a:r>
              <a:rPr lang="en-IN" dirty="0"/>
              <a:t>='macro') * 100</a:t>
            </a:r>
          </a:p>
          <a:p>
            <a:r>
              <a:rPr lang="en-IN" dirty="0"/>
              <a:t>    f = f1_score(</a:t>
            </a:r>
            <a:r>
              <a:rPr lang="en-IN" dirty="0" err="1"/>
              <a:t>y_test</a:t>
            </a:r>
            <a:r>
              <a:rPr lang="en-IN" dirty="0"/>
              <a:t>, </a:t>
            </a:r>
            <a:r>
              <a:rPr lang="en-IN" dirty="0" err="1"/>
              <a:t>predict,average</a:t>
            </a:r>
            <a:r>
              <a:rPr lang="en-IN" dirty="0"/>
              <a:t>='macro') * 100</a:t>
            </a:r>
          </a:p>
          <a:p>
            <a:r>
              <a:rPr lang="en-IN" dirty="0"/>
              <a:t>    </a:t>
            </a:r>
            <a:r>
              <a:rPr lang="en-IN" dirty="0" err="1"/>
              <a:t>text.insert</a:t>
            </a:r>
            <a:r>
              <a:rPr lang="en-IN" dirty="0"/>
              <a:t>(</a:t>
            </a:r>
            <a:r>
              <a:rPr lang="en-IN" dirty="0" err="1"/>
              <a:t>END,algorithm</a:t>
            </a:r>
            <a:r>
              <a:rPr lang="en-IN" dirty="0"/>
              <a:t>+" Accuracy  :  "+str(a)+"\n")</a:t>
            </a:r>
          </a:p>
          <a:p>
            <a:r>
              <a:rPr lang="en-IN" dirty="0"/>
              <a:t>    </a:t>
            </a:r>
            <a:r>
              <a:rPr lang="en-IN" dirty="0" err="1"/>
              <a:t>text.insert</a:t>
            </a:r>
            <a:r>
              <a:rPr lang="en-IN" dirty="0"/>
              <a:t>(</a:t>
            </a:r>
            <a:r>
              <a:rPr lang="en-IN" dirty="0" err="1"/>
              <a:t>END,algorithm</a:t>
            </a:r>
            <a:r>
              <a:rPr lang="en-IN" dirty="0"/>
              <a:t>+" Precision : "+str(p)+"\n")</a:t>
            </a:r>
          </a:p>
          <a:p>
            <a:r>
              <a:rPr lang="en-IN" dirty="0"/>
              <a:t>    </a:t>
            </a:r>
            <a:r>
              <a:rPr lang="en-IN" dirty="0" err="1"/>
              <a:t>text.insert</a:t>
            </a:r>
            <a:r>
              <a:rPr lang="en-IN" dirty="0"/>
              <a:t>(</a:t>
            </a:r>
            <a:r>
              <a:rPr lang="en-IN" dirty="0" err="1"/>
              <a:t>END,algorithm</a:t>
            </a:r>
            <a:r>
              <a:rPr lang="en-IN" dirty="0"/>
              <a:t>+" Recall    : "+str(r)+"\n")</a:t>
            </a:r>
          </a:p>
          <a:p>
            <a:endParaRPr lang="en-IN" dirty="0"/>
          </a:p>
        </p:txBody>
      </p:sp>
    </p:spTree>
    <p:extLst>
      <p:ext uri="{BB962C8B-B14F-4D97-AF65-F5344CB8AC3E}">
        <p14:creationId xmlns:p14="http://schemas.microsoft.com/office/powerpoint/2010/main" val="62529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718369-14F3-4D8A-385E-36AA306C04D8}"/>
              </a:ext>
            </a:extLst>
          </p:cNvPr>
          <p:cNvSpPr txBox="1"/>
          <p:nvPr/>
        </p:nvSpPr>
        <p:spPr>
          <a:xfrm>
            <a:off x="92597" y="0"/>
            <a:ext cx="5567423" cy="7294305"/>
          </a:xfrm>
          <a:prstGeom prst="rect">
            <a:avLst/>
          </a:prstGeom>
          <a:noFill/>
        </p:spPr>
        <p:txBody>
          <a:bodyPr wrap="square" rtlCol="0">
            <a:spAutoFit/>
          </a:bodyPr>
          <a:lstStyle/>
          <a:p>
            <a:r>
              <a:rPr lang="en-IN" dirty="0" err="1"/>
              <a:t>text.insert</a:t>
            </a:r>
            <a:r>
              <a:rPr lang="en-IN" dirty="0"/>
              <a:t>(</a:t>
            </a:r>
            <a:r>
              <a:rPr lang="en-IN" dirty="0" err="1"/>
              <a:t>END,algorithm</a:t>
            </a:r>
            <a:r>
              <a:rPr lang="en-IN" dirty="0"/>
              <a:t>+" </a:t>
            </a:r>
            <a:r>
              <a:rPr lang="en-IN" dirty="0" err="1"/>
              <a:t>FScore</a:t>
            </a:r>
            <a:r>
              <a:rPr lang="en-IN" dirty="0"/>
              <a:t>    : "+str(f)+"\n")    </a:t>
            </a:r>
          </a:p>
          <a:p>
            <a:r>
              <a:rPr lang="en-IN" dirty="0"/>
              <a:t>    </a:t>
            </a:r>
            <a:r>
              <a:rPr lang="en-IN" dirty="0" err="1"/>
              <a:t>conf_matrix</a:t>
            </a:r>
            <a:r>
              <a:rPr lang="en-IN" dirty="0"/>
              <a:t> = </a:t>
            </a:r>
            <a:r>
              <a:rPr lang="en-IN" dirty="0" err="1"/>
              <a:t>confusion_matrix</a:t>
            </a:r>
            <a:r>
              <a:rPr lang="en-IN" dirty="0"/>
              <a:t>(</a:t>
            </a:r>
            <a:r>
              <a:rPr lang="en-IN" dirty="0" err="1"/>
              <a:t>y_test</a:t>
            </a:r>
            <a:r>
              <a:rPr lang="en-IN" dirty="0"/>
              <a:t>, predict) </a:t>
            </a:r>
          </a:p>
          <a:p>
            <a:r>
              <a:rPr lang="en-IN" dirty="0"/>
              <a:t>    </a:t>
            </a:r>
            <a:r>
              <a:rPr lang="en-IN" dirty="0" err="1"/>
              <a:t>plt.figure</a:t>
            </a:r>
            <a:r>
              <a:rPr lang="en-IN" dirty="0"/>
              <a:t>(</a:t>
            </a:r>
            <a:r>
              <a:rPr lang="en-IN" dirty="0" err="1"/>
              <a:t>figsize</a:t>
            </a:r>
            <a:r>
              <a:rPr lang="en-IN" dirty="0"/>
              <a:t> =(6, 3)) </a:t>
            </a:r>
          </a:p>
          <a:p>
            <a:r>
              <a:rPr lang="en-IN" dirty="0"/>
              <a:t>    </a:t>
            </a:r>
            <a:r>
              <a:rPr lang="en-IN" dirty="0" err="1"/>
              <a:t>ax</a:t>
            </a:r>
            <a:r>
              <a:rPr lang="en-IN" dirty="0"/>
              <a:t> = </a:t>
            </a:r>
            <a:r>
              <a:rPr lang="en-IN" dirty="0" err="1"/>
              <a:t>sns.heatmap</a:t>
            </a:r>
            <a:r>
              <a:rPr lang="en-IN" dirty="0"/>
              <a:t>(</a:t>
            </a:r>
            <a:r>
              <a:rPr lang="en-IN" dirty="0" err="1"/>
              <a:t>conf_matrix</a:t>
            </a:r>
            <a:r>
              <a:rPr lang="en-IN" dirty="0"/>
              <a:t>, </a:t>
            </a:r>
            <a:r>
              <a:rPr lang="en-IN" dirty="0" err="1"/>
              <a:t>xticklabels</a:t>
            </a:r>
            <a:r>
              <a:rPr lang="en-IN" dirty="0"/>
              <a:t> = label, </a:t>
            </a:r>
            <a:r>
              <a:rPr lang="en-IN" dirty="0" err="1"/>
              <a:t>yticklabels</a:t>
            </a:r>
            <a:r>
              <a:rPr lang="en-IN" dirty="0"/>
              <a:t> = label, </a:t>
            </a:r>
            <a:r>
              <a:rPr lang="en-IN" dirty="0" err="1"/>
              <a:t>annot</a:t>
            </a:r>
            <a:r>
              <a:rPr lang="en-IN" dirty="0"/>
              <a:t> = True, </a:t>
            </a:r>
            <a:r>
              <a:rPr lang="en-IN" dirty="0" err="1"/>
              <a:t>cmap</a:t>
            </a:r>
            <a:r>
              <a:rPr lang="en-IN" dirty="0"/>
              <a:t>="</a:t>
            </a:r>
            <a:r>
              <a:rPr lang="en-IN" dirty="0" err="1"/>
              <a:t>viridis</a:t>
            </a:r>
            <a:r>
              <a:rPr lang="en-IN" dirty="0"/>
              <a:t>" ,</a:t>
            </a:r>
            <a:r>
              <a:rPr lang="en-IN" dirty="0" err="1"/>
              <a:t>fmt</a:t>
            </a:r>
            <a:r>
              <a:rPr lang="en-IN" dirty="0"/>
              <a:t> ="g");</a:t>
            </a:r>
          </a:p>
          <a:p>
            <a:r>
              <a:rPr lang="en-IN" dirty="0"/>
              <a:t>    </a:t>
            </a:r>
            <a:r>
              <a:rPr lang="en-IN" dirty="0" err="1"/>
              <a:t>ax.set_ylim</a:t>
            </a:r>
            <a:r>
              <a:rPr lang="en-IN" dirty="0"/>
              <a:t>([0,len(label)])</a:t>
            </a:r>
          </a:p>
          <a:p>
            <a:r>
              <a:rPr lang="en-IN" dirty="0"/>
              <a:t>    </a:t>
            </a:r>
            <a:r>
              <a:rPr lang="en-IN" dirty="0" err="1"/>
              <a:t>plt.title</a:t>
            </a:r>
            <a:r>
              <a:rPr lang="en-IN" dirty="0"/>
              <a:t>(algorithm+" Confusion matrix") </a:t>
            </a:r>
          </a:p>
          <a:p>
            <a:r>
              <a:rPr lang="en-IN" dirty="0"/>
              <a:t>    </a:t>
            </a:r>
            <a:r>
              <a:rPr lang="en-IN" dirty="0" err="1"/>
              <a:t>plt.xticks</a:t>
            </a:r>
            <a:r>
              <a:rPr lang="en-IN" dirty="0"/>
              <a:t>(rotation=90)</a:t>
            </a:r>
          </a:p>
          <a:p>
            <a:r>
              <a:rPr lang="en-IN" dirty="0"/>
              <a:t>    </a:t>
            </a:r>
            <a:r>
              <a:rPr lang="en-IN" dirty="0" err="1"/>
              <a:t>plt.ylabel</a:t>
            </a:r>
            <a:r>
              <a:rPr lang="en-IN" dirty="0"/>
              <a:t>('True </a:t>
            </a:r>
            <a:r>
              <a:rPr lang="en-IN" dirty="0" err="1"/>
              <a:t>class'</a:t>
            </a:r>
            <a:r>
              <a:rPr lang="en-IN" dirty="0"/>
              <a:t>) </a:t>
            </a:r>
          </a:p>
          <a:p>
            <a:r>
              <a:rPr lang="en-IN" dirty="0"/>
              <a:t>    </a:t>
            </a:r>
            <a:r>
              <a:rPr lang="en-IN" dirty="0" err="1"/>
              <a:t>plt.xlabel</a:t>
            </a:r>
            <a:r>
              <a:rPr lang="en-IN" dirty="0"/>
              <a:t>('Predicted </a:t>
            </a:r>
            <a:r>
              <a:rPr lang="en-IN" dirty="0" err="1"/>
              <a:t>class'</a:t>
            </a:r>
            <a:r>
              <a:rPr lang="en-IN" dirty="0"/>
              <a:t>) </a:t>
            </a:r>
          </a:p>
          <a:p>
            <a:r>
              <a:rPr lang="en-IN" dirty="0"/>
              <a:t>    </a:t>
            </a:r>
            <a:r>
              <a:rPr lang="en-IN" dirty="0" err="1"/>
              <a:t>plt.show</a:t>
            </a:r>
            <a:r>
              <a:rPr lang="en-IN" dirty="0"/>
              <a:t>()    </a:t>
            </a:r>
          </a:p>
          <a:p>
            <a:r>
              <a:rPr lang="en-IN" dirty="0"/>
              <a:t> </a:t>
            </a:r>
          </a:p>
          <a:p>
            <a:r>
              <a:rPr lang="en-IN" dirty="0"/>
              <a:t>def </a:t>
            </a:r>
            <a:r>
              <a:rPr lang="en-IN" dirty="0" err="1"/>
              <a:t>trainSVM</a:t>
            </a:r>
            <a:r>
              <a:rPr lang="en-IN" dirty="0"/>
              <a:t>():</a:t>
            </a:r>
          </a:p>
          <a:p>
            <a:r>
              <a:rPr lang="en-IN" dirty="0"/>
              <a:t>    global </a:t>
            </a:r>
            <a:r>
              <a:rPr lang="en-IN" dirty="0" err="1"/>
              <a:t>svm_cls</a:t>
            </a:r>
            <a:endParaRPr lang="en-IN" dirty="0"/>
          </a:p>
          <a:p>
            <a:r>
              <a:rPr lang="en-IN" dirty="0"/>
              <a:t>    </a:t>
            </a:r>
            <a:r>
              <a:rPr lang="en-IN" dirty="0" err="1"/>
              <a:t>text.delete</a:t>
            </a:r>
            <a:r>
              <a:rPr lang="en-IN" dirty="0"/>
              <a:t>('1.0', END)</a:t>
            </a:r>
          </a:p>
          <a:p>
            <a:r>
              <a:rPr lang="en-IN" dirty="0"/>
              <a:t>    global </a:t>
            </a:r>
            <a:r>
              <a:rPr lang="en-IN" dirty="0" err="1"/>
              <a:t>X_train</a:t>
            </a:r>
            <a:r>
              <a:rPr lang="en-IN" dirty="0"/>
              <a:t>, </a:t>
            </a:r>
            <a:r>
              <a:rPr lang="en-IN" dirty="0" err="1"/>
              <a:t>X_test</a:t>
            </a:r>
            <a:r>
              <a:rPr lang="en-IN" dirty="0"/>
              <a:t>, </a:t>
            </a:r>
            <a:r>
              <a:rPr lang="en-IN" dirty="0" err="1"/>
              <a:t>y_train</a:t>
            </a:r>
            <a:r>
              <a:rPr lang="en-IN" dirty="0"/>
              <a:t>, </a:t>
            </a:r>
            <a:r>
              <a:rPr lang="en-IN" dirty="0" err="1"/>
              <a:t>y_test</a:t>
            </a:r>
            <a:endParaRPr lang="en-IN" dirty="0"/>
          </a:p>
          <a:p>
            <a:r>
              <a:rPr lang="en-IN" dirty="0"/>
              <a:t>    </a:t>
            </a:r>
            <a:r>
              <a:rPr lang="en-IN" dirty="0" err="1"/>
              <a:t>svm_cls</a:t>
            </a:r>
            <a:r>
              <a:rPr lang="en-IN" dirty="0"/>
              <a:t> = </a:t>
            </a:r>
            <a:r>
              <a:rPr lang="en-IN" dirty="0" err="1"/>
              <a:t>svm.SVC</a:t>
            </a:r>
            <a:r>
              <a:rPr lang="en-IN" dirty="0"/>
              <a:t>(kernel="</a:t>
            </a:r>
            <a:r>
              <a:rPr lang="en-IN" dirty="0" err="1"/>
              <a:t>rbf</a:t>
            </a:r>
            <a:r>
              <a:rPr lang="en-IN" dirty="0"/>
              <a:t>", C = 12, probability=True, gamma="auto")</a:t>
            </a:r>
          </a:p>
          <a:p>
            <a:r>
              <a:rPr lang="en-IN" dirty="0"/>
              <a:t>    </a:t>
            </a:r>
            <a:r>
              <a:rPr lang="en-IN" dirty="0" err="1"/>
              <a:t>svm_cls.fit</a:t>
            </a:r>
            <a:r>
              <a:rPr lang="en-IN" dirty="0"/>
              <a:t>(</a:t>
            </a:r>
            <a:r>
              <a:rPr lang="en-IN" dirty="0" err="1"/>
              <a:t>X_train</a:t>
            </a:r>
            <a:r>
              <a:rPr lang="en-IN" dirty="0"/>
              <a:t>, </a:t>
            </a:r>
            <a:r>
              <a:rPr lang="en-IN" dirty="0" err="1"/>
              <a:t>y_train</a:t>
            </a:r>
            <a:r>
              <a:rPr lang="en-IN" dirty="0"/>
              <a:t>)</a:t>
            </a:r>
          </a:p>
          <a:p>
            <a:r>
              <a:rPr lang="en-IN" dirty="0"/>
              <a:t>    predict = </a:t>
            </a:r>
            <a:r>
              <a:rPr lang="en-IN" dirty="0" err="1"/>
              <a:t>svm_cls.predict</a:t>
            </a:r>
            <a:r>
              <a:rPr lang="en-IN" dirty="0"/>
              <a:t>(</a:t>
            </a:r>
            <a:r>
              <a:rPr lang="en-IN" dirty="0" err="1"/>
              <a:t>X_test</a:t>
            </a:r>
            <a:r>
              <a:rPr lang="en-IN" dirty="0"/>
              <a:t>)</a:t>
            </a:r>
          </a:p>
          <a:p>
            <a:r>
              <a:rPr lang="en-IN" dirty="0"/>
              <a:t>    </a:t>
            </a:r>
            <a:r>
              <a:rPr lang="en-IN" dirty="0" err="1"/>
              <a:t>calculateMetrics</a:t>
            </a:r>
            <a:r>
              <a:rPr lang="en-IN" dirty="0"/>
              <a:t>("SVM", predict, </a:t>
            </a:r>
            <a:r>
              <a:rPr lang="en-IN" dirty="0" err="1"/>
              <a:t>y_test</a:t>
            </a:r>
            <a:r>
              <a:rPr lang="en-IN" dirty="0"/>
              <a:t>)</a:t>
            </a:r>
          </a:p>
          <a:p>
            <a:r>
              <a:rPr lang="en-IN" dirty="0"/>
              <a:t> </a:t>
            </a:r>
          </a:p>
          <a:p>
            <a:endParaRPr lang="en-IN" dirty="0"/>
          </a:p>
          <a:p>
            <a:r>
              <a:rPr lang="en-IN" dirty="0"/>
              <a:t> </a:t>
            </a:r>
          </a:p>
          <a:p>
            <a:endParaRPr lang="en-IN" dirty="0"/>
          </a:p>
        </p:txBody>
      </p:sp>
      <p:sp>
        <p:nvSpPr>
          <p:cNvPr id="3" name="TextBox 2">
            <a:extLst>
              <a:ext uri="{FF2B5EF4-FFF2-40B4-BE49-F238E27FC236}">
                <a16:creationId xmlns:a16="http://schemas.microsoft.com/office/drawing/2014/main" id="{500B962F-7BB0-F580-CA4F-F02D9500D51A}"/>
              </a:ext>
            </a:extLst>
          </p:cNvPr>
          <p:cNvSpPr txBox="1"/>
          <p:nvPr/>
        </p:nvSpPr>
        <p:spPr>
          <a:xfrm>
            <a:off x="5660020" y="0"/>
            <a:ext cx="6439383" cy="6463308"/>
          </a:xfrm>
          <a:prstGeom prst="rect">
            <a:avLst/>
          </a:prstGeom>
          <a:noFill/>
        </p:spPr>
        <p:txBody>
          <a:bodyPr wrap="square" rtlCol="0">
            <a:spAutoFit/>
          </a:bodyPr>
          <a:lstStyle/>
          <a:p>
            <a:r>
              <a:rPr lang="en-IN" dirty="0"/>
              <a:t>def </a:t>
            </a:r>
            <a:r>
              <a:rPr lang="en-IN" dirty="0" err="1"/>
              <a:t>predictADHD</a:t>
            </a:r>
            <a:r>
              <a:rPr lang="en-IN" dirty="0"/>
              <a:t>(</a:t>
            </a:r>
            <a:r>
              <a:rPr lang="en-IN" dirty="0" err="1"/>
              <a:t>testData</a:t>
            </a:r>
            <a:r>
              <a:rPr lang="en-IN" dirty="0"/>
              <a:t>):</a:t>
            </a:r>
          </a:p>
          <a:p>
            <a:r>
              <a:rPr lang="en-IN" dirty="0"/>
              <a:t>    values = []</a:t>
            </a:r>
          </a:p>
          <a:p>
            <a:r>
              <a:rPr lang="en-IN" dirty="0"/>
              <a:t>    </a:t>
            </a:r>
            <a:r>
              <a:rPr lang="en-IN" dirty="0" err="1"/>
              <a:t>testData</a:t>
            </a:r>
            <a:r>
              <a:rPr lang="en-IN" dirty="0"/>
              <a:t> = </a:t>
            </a:r>
            <a:r>
              <a:rPr lang="en-IN" dirty="0" err="1"/>
              <a:t>np.asarray</a:t>
            </a:r>
            <a:r>
              <a:rPr lang="en-IN" dirty="0"/>
              <a:t>(</a:t>
            </a:r>
            <a:r>
              <a:rPr lang="en-IN" dirty="0" err="1"/>
              <a:t>testData</a:t>
            </a:r>
            <a:r>
              <a:rPr lang="en-IN" dirty="0"/>
              <a:t>)</a:t>
            </a:r>
          </a:p>
          <a:p>
            <a:r>
              <a:rPr lang="en-IN" dirty="0"/>
              <a:t>    </a:t>
            </a:r>
            <a:r>
              <a:rPr lang="en-IN" dirty="0" err="1"/>
              <a:t>values.append</a:t>
            </a:r>
            <a:r>
              <a:rPr lang="en-IN" dirty="0"/>
              <a:t>(</a:t>
            </a:r>
            <a:r>
              <a:rPr lang="en-IN" dirty="0" err="1"/>
              <a:t>testData</a:t>
            </a:r>
            <a:r>
              <a:rPr lang="en-IN" dirty="0"/>
              <a:t>)</a:t>
            </a:r>
          </a:p>
          <a:p>
            <a:r>
              <a:rPr lang="en-IN" dirty="0"/>
              <a:t>    </a:t>
            </a:r>
            <a:r>
              <a:rPr lang="en-IN" dirty="0" err="1"/>
              <a:t>testData</a:t>
            </a:r>
            <a:r>
              <a:rPr lang="en-IN" dirty="0"/>
              <a:t> = </a:t>
            </a:r>
            <a:r>
              <a:rPr lang="en-IN" dirty="0" err="1"/>
              <a:t>np.asarray</a:t>
            </a:r>
            <a:r>
              <a:rPr lang="en-IN" dirty="0"/>
              <a:t>(values)</a:t>
            </a:r>
          </a:p>
          <a:p>
            <a:r>
              <a:rPr lang="en-IN" dirty="0"/>
              <a:t>    </a:t>
            </a:r>
            <a:r>
              <a:rPr lang="en-IN" dirty="0" err="1"/>
              <a:t>testData</a:t>
            </a:r>
            <a:r>
              <a:rPr lang="en-IN" dirty="0"/>
              <a:t> = </a:t>
            </a:r>
            <a:r>
              <a:rPr lang="en-IN" dirty="0" err="1"/>
              <a:t>scaler.transform</a:t>
            </a:r>
            <a:r>
              <a:rPr lang="en-IN" dirty="0"/>
              <a:t>(</a:t>
            </a:r>
            <a:r>
              <a:rPr lang="en-IN" dirty="0" err="1"/>
              <a:t>testData</a:t>
            </a:r>
            <a:r>
              <a:rPr lang="en-IN" dirty="0"/>
              <a:t>)</a:t>
            </a:r>
          </a:p>
          <a:p>
            <a:r>
              <a:rPr lang="en-IN" dirty="0"/>
              <a:t>    predict = </a:t>
            </a:r>
            <a:r>
              <a:rPr lang="en-IN" dirty="0" err="1"/>
              <a:t>svm_cls.predict</a:t>
            </a:r>
            <a:r>
              <a:rPr lang="en-IN" dirty="0"/>
              <a:t>(</a:t>
            </a:r>
            <a:r>
              <a:rPr lang="en-IN" dirty="0" err="1"/>
              <a:t>testData</a:t>
            </a:r>
            <a:r>
              <a:rPr lang="en-IN" dirty="0"/>
              <a:t>)</a:t>
            </a:r>
          </a:p>
          <a:p>
            <a:r>
              <a:rPr lang="en-IN" dirty="0"/>
              <a:t>    return int(predict[0])</a:t>
            </a:r>
          </a:p>
          <a:p>
            <a:r>
              <a:rPr lang="en-IN" dirty="0"/>
              <a:t> </a:t>
            </a:r>
          </a:p>
          <a:p>
            <a:r>
              <a:rPr lang="en-IN" dirty="0"/>
              <a:t>def </a:t>
            </a:r>
            <a:r>
              <a:rPr lang="en-IN" dirty="0" err="1"/>
              <a:t>detectDisease</a:t>
            </a:r>
            <a:r>
              <a:rPr lang="en-IN" dirty="0"/>
              <a:t>(frame):</a:t>
            </a:r>
          </a:p>
          <a:p>
            <a:r>
              <a:rPr lang="en-IN" dirty="0"/>
              <a:t>    global net</a:t>
            </a:r>
          </a:p>
          <a:p>
            <a:r>
              <a:rPr lang="en-IN" dirty="0"/>
              <a:t>    </a:t>
            </a:r>
            <a:r>
              <a:rPr lang="en-IN" dirty="0" err="1"/>
              <a:t>frame_Width</a:t>
            </a:r>
            <a:r>
              <a:rPr lang="en-IN" dirty="0"/>
              <a:t> = </a:t>
            </a:r>
            <a:r>
              <a:rPr lang="en-IN" dirty="0" err="1"/>
              <a:t>frame.shape</a:t>
            </a:r>
            <a:r>
              <a:rPr lang="en-IN" dirty="0"/>
              <a:t>[1]</a:t>
            </a:r>
          </a:p>
          <a:p>
            <a:r>
              <a:rPr lang="en-IN" dirty="0"/>
              <a:t>    </a:t>
            </a:r>
            <a:r>
              <a:rPr lang="en-IN" dirty="0" err="1"/>
              <a:t>frame_Height</a:t>
            </a:r>
            <a:r>
              <a:rPr lang="en-IN" dirty="0"/>
              <a:t> = </a:t>
            </a:r>
            <a:r>
              <a:rPr lang="en-IN" dirty="0" err="1"/>
              <a:t>frame.shape</a:t>
            </a:r>
            <a:r>
              <a:rPr lang="en-IN" dirty="0"/>
              <a:t>[0]</a:t>
            </a:r>
          </a:p>
          <a:p>
            <a:r>
              <a:rPr lang="en-IN" dirty="0"/>
              <a:t>    </a:t>
            </a:r>
            <a:r>
              <a:rPr lang="en-IN" dirty="0" err="1"/>
              <a:t>img</a:t>
            </a:r>
            <a:r>
              <a:rPr lang="en-IN" dirty="0"/>
              <a:t> = </a:t>
            </a:r>
            <a:r>
              <a:rPr lang="en-IN" dirty="0" err="1"/>
              <a:t>np.zeros</a:t>
            </a:r>
            <a:r>
              <a:rPr lang="en-IN" dirty="0"/>
              <a:t>((frame_Height,frame_Width,3), </a:t>
            </a:r>
            <a:r>
              <a:rPr lang="en-IN" dirty="0" err="1"/>
              <a:t>dtype</a:t>
            </a:r>
            <a:r>
              <a:rPr lang="en-IN" dirty="0"/>
              <a:t>=np.uint8)</a:t>
            </a:r>
          </a:p>
          <a:p>
            <a:r>
              <a:rPr lang="en-IN" dirty="0"/>
              <a:t>    </a:t>
            </a:r>
            <a:r>
              <a:rPr lang="en-IN" dirty="0" err="1"/>
              <a:t>inp_Blob</a:t>
            </a:r>
            <a:r>
              <a:rPr lang="en-IN" dirty="0"/>
              <a:t> = cv2.dnn.blobFromImage(frame, 1.0 / 255, (</a:t>
            </a:r>
            <a:r>
              <a:rPr lang="en-IN" dirty="0" err="1"/>
              <a:t>in_Width</a:t>
            </a:r>
            <a:r>
              <a:rPr lang="en-IN" dirty="0"/>
              <a:t>, </a:t>
            </a:r>
            <a:r>
              <a:rPr lang="en-IN" dirty="0" err="1"/>
              <a:t>in_Height</a:t>
            </a:r>
            <a:r>
              <a:rPr lang="en-IN" dirty="0"/>
              <a:t>), (0, 0, 0), </a:t>
            </a:r>
            <a:r>
              <a:rPr lang="en-IN" dirty="0" err="1"/>
              <a:t>swapRB</a:t>
            </a:r>
            <a:r>
              <a:rPr lang="en-IN" dirty="0"/>
              <a:t>=False, crop=False)</a:t>
            </a:r>
          </a:p>
          <a:p>
            <a:r>
              <a:rPr lang="en-IN" dirty="0"/>
              <a:t>    </a:t>
            </a:r>
            <a:r>
              <a:rPr lang="en-IN" dirty="0" err="1"/>
              <a:t>net.setInput</a:t>
            </a:r>
            <a:r>
              <a:rPr lang="en-IN" dirty="0"/>
              <a:t>(</a:t>
            </a:r>
            <a:r>
              <a:rPr lang="en-IN" dirty="0" err="1"/>
              <a:t>inp_Blob</a:t>
            </a:r>
            <a:r>
              <a:rPr lang="en-IN" dirty="0"/>
              <a:t>)</a:t>
            </a:r>
          </a:p>
          <a:p>
            <a:r>
              <a:rPr lang="en-IN" dirty="0"/>
              <a:t>    output = </a:t>
            </a:r>
            <a:r>
              <a:rPr lang="en-IN" dirty="0" err="1"/>
              <a:t>net.forward</a:t>
            </a:r>
            <a:r>
              <a:rPr lang="en-IN" dirty="0"/>
              <a:t>()</a:t>
            </a:r>
          </a:p>
          <a:p>
            <a:r>
              <a:rPr lang="en-IN" dirty="0"/>
              <a:t>    H = </a:t>
            </a:r>
            <a:r>
              <a:rPr lang="en-IN" dirty="0" err="1"/>
              <a:t>output.shape</a:t>
            </a:r>
            <a:r>
              <a:rPr lang="en-IN" dirty="0"/>
              <a:t>[2]</a:t>
            </a:r>
          </a:p>
          <a:p>
            <a:r>
              <a:rPr lang="en-IN" dirty="0"/>
              <a:t>    W = </a:t>
            </a:r>
            <a:r>
              <a:rPr lang="en-IN" dirty="0" err="1"/>
              <a:t>output.shape</a:t>
            </a:r>
            <a:r>
              <a:rPr lang="en-IN" dirty="0"/>
              <a:t>[3]</a:t>
            </a:r>
          </a:p>
          <a:p>
            <a:r>
              <a:rPr lang="en-IN" dirty="0"/>
              <a:t>    points = []</a:t>
            </a:r>
          </a:p>
          <a:p>
            <a:r>
              <a:rPr lang="en-IN" dirty="0"/>
              <a:t>    </a:t>
            </a:r>
            <a:r>
              <a:rPr lang="en-IN" dirty="0" err="1"/>
              <a:t>testData</a:t>
            </a:r>
            <a:r>
              <a:rPr lang="en-IN" dirty="0"/>
              <a:t> = []</a:t>
            </a:r>
          </a:p>
          <a:p>
            <a:r>
              <a:rPr lang="en-IN" dirty="0"/>
              <a:t>    </a:t>
            </a:r>
          </a:p>
        </p:txBody>
      </p:sp>
    </p:spTree>
    <p:extLst>
      <p:ext uri="{BB962C8B-B14F-4D97-AF65-F5344CB8AC3E}">
        <p14:creationId xmlns:p14="http://schemas.microsoft.com/office/powerpoint/2010/main" val="2693976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D1073D-6CAA-03CC-10D0-78A82E3C6713}"/>
              </a:ext>
            </a:extLst>
          </p:cNvPr>
          <p:cNvSpPr txBox="1"/>
          <p:nvPr/>
        </p:nvSpPr>
        <p:spPr>
          <a:xfrm>
            <a:off x="208343" y="243069"/>
            <a:ext cx="5567424" cy="6740307"/>
          </a:xfrm>
          <a:prstGeom prst="rect">
            <a:avLst/>
          </a:prstGeom>
          <a:noFill/>
        </p:spPr>
        <p:txBody>
          <a:bodyPr wrap="square" rtlCol="0">
            <a:spAutoFit/>
          </a:bodyPr>
          <a:lstStyle/>
          <a:p>
            <a:r>
              <a:rPr lang="en-IN" dirty="0"/>
              <a:t>for </a:t>
            </a:r>
            <a:r>
              <a:rPr lang="en-IN" dirty="0" err="1"/>
              <a:t>i</a:t>
            </a:r>
            <a:r>
              <a:rPr lang="en-IN" dirty="0"/>
              <a:t> in range(</a:t>
            </a:r>
            <a:r>
              <a:rPr lang="en-IN" dirty="0" err="1"/>
              <a:t>n_Points</a:t>
            </a:r>
            <a:r>
              <a:rPr lang="en-IN" dirty="0"/>
              <a:t>):</a:t>
            </a:r>
          </a:p>
          <a:p>
            <a:r>
              <a:rPr lang="en-IN" dirty="0"/>
              <a:t>        </a:t>
            </a:r>
            <a:r>
              <a:rPr lang="en-IN" dirty="0" err="1"/>
              <a:t>probMap</a:t>
            </a:r>
            <a:r>
              <a:rPr lang="en-IN" dirty="0"/>
              <a:t> = output[0, </a:t>
            </a:r>
            <a:r>
              <a:rPr lang="en-IN" dirty="0" err="1"/>
              <a:t>i</a:t>
            </a:r>
            <a:r>
              <a:rPr lang="en-IN" dirty="0"/>
              <a:t>, :, :]</a:t>
            </a:r>
          </a:p>
          <a:p>
            <a:r>
              <a:rPr lang="en-IN" dirty="0"/>
              <a:t>        </a:t>
            </a:r>
            <a:r>
              <a:rPr lang="en-IN" dirty="0" err="1"/>
              <a:t>minVal</a:t>
            </a:r>
            <a:r>
              <a:rPr lang="en-IN" dirty="0"/>
              <a:t>, prob, </a:t>
            </a:r>
            <a:r>
              <a:rPr lang="en-IN" dirty="0" err="1"/>
              <a:t>minLoc</a:t>
            </a:r>
            <a:r>
              <a:rPr lang="en-IN" dirty="0"/>
              <a:t>, point = cv2.minMaxLoc(</a:t>
            </a:r>
            <a:r>
              <a:rPr lang="en-IN" dirty="0" err="1"/>
              <a:t>probMap</a:t>
            </a:r>
            <a:r>
              <a:rPr lang="en-IN" dirty="0"/>
              <a:t>)</a:t>
            </a:r>
          </a:p>
          <a:p>
            <a:r>
              <a:rPr lang="en-IN" dirty="0"/>
              <a:t>        x = (</a:t>
            </a:r>
            <a:r>
              <a:rPr lang="en-IN" dirty="0" err="1"/>
              <a:t>frame_Width</a:t>
            </a:r>
            <a:r>
              <a:rPr lang="en-IN" dirty="0"/>
              <a:t> * point[0]) / W</a:t>
            </a:r>
          </a:p>
          <a:p>
            <a:r>
              <a:rPr lang="en-IN" dirty="0"/>
              <a:t>        y = (</a:t>
            </a:r>
            <a:r>
              <a:rPr lang="en-IN" dirty="0" err="1"/>
              <a:t>frame_Height</a:t>
            </a:r>
            <a:r>
              <a:rPr lang="en-IN" dirty="0"/>
              <a:t> * point[1]) / H</a:t>
            </a:r>
          </a:p>
          <a:p>
            <a:r>
              <a:rPr lang="en-IN" dirty="0"/>
              <a:t>        if prob &gt; threshold :</a:t>
            </a:r>
          </a:p>
          <a:p>
            <a:r>
              <a:rPr lang="en-IN" dirty="0"/>
              <a:t>            cv2.circle(frame, (int(x), int(y)), 8, (0, 255, 255), thickness=-1, </a:t>
            </a:r>
            <a:r>
              <a:rPr lang="en-IN" dirty="0" err="1"/>
              <a:t>lineType</a:t>
            </a:r>
            <a:r>
              <a:rPr lang="en-IN" dirty="0"/>
              <a:t>=cv2.FILLED)</a:t>
            </a:r>
          </a:p>
          <a:p>
            <a:r>
              <a:rPr lang="en-IN" dirty="0"/>
              <a:t>            cv2.putText(frame, "{}".format(</a:t>
            </a:r>
            <a:r>
              <a:rPr lang="en-IN" dirty="0" err="1"/>
              <a:t>i</a:t>
            </a:r>
            <a:r>
              <a:rPr lang="en-IN" dirty="0"/>
              <a:t>), (int(x), int(y)), cv2.FONT_HERSHEY_SIMPLEX, 1, (0, 0, 255), 2, </a:t>
            </a:r>
            <a:r>
              <a:rPr lang="en-IN" dirty="0" err="1"/>
              <a:t>lineType</a:t>
            </a:r>
            <a:r>
              <a:rPr lang="en-IN" dirty="0"/>
              <a:t>=cv2.LINE_AA)</a:t>
            </a:r>
          </a:p>
          <a:p>
            <a:r>
              <a:rPr lang="en-IN" dirty="0"/>
              <a:t>            </a:t>
            </a:r>
            <a:r>
              <a:rPr lang="en-IN" dirty="0" err="1"/>
              <a:t>points.append</a:t>
            </a:r>
            <a:r>
              <a:rPr lang="en-IN" dirty="0"/>
              <a:t>((int(x), int(y)))</a:t>
            </a:r>
          </a:p>
          <a:p>
            <a:r>
              <a:rPr lang="en-IN" dirty="0"/>
              <a:t>            </a:t>
            </a:r>
            <a:r>
              <a:rPr lang="en-IN" dirty="0" err="1"/>
              <a:t>testData.append</a:t>
            </a:r>
            <a:r>
              <a:rPr lang="en-IN" dirty="0"/>
              <a:t>(x)</a:t>
            </a:r>
          </a:p>
          <a:p>
            <a:r>
              <a:rPr lang="en-IN" dirty="0"/>
              <a:t>            </a:t>
            </a:r>
            <a:r>
              <a:rPr lang="en-IN" dirty="0" err="1"/>
              <a:t>testData.append</a:t>
            </a:r>
            <a:r>
              <a:rPr lang="en-IN" dirty="0"/>
              <a:t>(y)</a:t>
            </a:r>
          </a:p>
          <a:p>
            <a:r>
              <a:rPr lang="en-IN" dirty="0"/>
              <a:t>        else :</a:t>
            </a:r>
          </a:p>
          <a:p>
            <a:r>
              <a:rPr lang="en-IN" dirty="0"/>
              <a:t>            </a:t>
            </a:r>
            <a:r>
              <a:rPr lang="en-IN" dirty="0" err="1"/>
              <a:t>points.append</a:t>
            </a:r>
            <a:r>
              <a:rPr lang="en-IN" dirty="0"/>
              <a:t>(None)</a:t>
            </a:r>
          </a:p>
          <a:p>
            <a:r>
              <a:rPr lang="en-IN" dirty="0"/>
              <a:t>            </a:t>
            </a:r>
            <a:r>
              <a:rPr lang="en-IN" dirty="0" err="1"/>
              <a:t>testData.append</a:t>
            </a:r>
            <a:r>
              <a:rPr lang="en-IN" dirty="0"/>
              <a:t>(0)</a:t>
            </a:r>
          </a:p>
          <a:p>
            <a:r>
              <a:rPr lang="en-IN" dirty="0"/>
              <a:t>            </a:t>
            </a:r>
            <a:r>
              <a:rPr lang="en-IN" dirty="0" err="1"/>
              <a:t>testData.append</a:t>
            </a:r>
            <a:r>
              <a:rPr lang="en-IN" dirty="0"/>
              <a:t>(0)</a:t>
            </a:r>
          </a:p>
          <a:p>
            <a:r>
              <a:rPr lang="en-IN" dirty="0"/>
              <a:t>    predict = </a:t>
            </a:r>
            <a:r>
              <a:rPr lang="en-IN" dirty="0" err="1"/>
              <a:t>predictADHD</a:t>
            </a:r>
            <a:r>
              <a:rPr lang="en-IN" dirty="0"/>
              <a:t>(</a:t>
            </a:r>
            <a:r>
              <a:rPr lang="en-IN" dirty="0" err="1"/>
              <a:t>testData</a:t>
            </a:r>
            <a:r>
              <a:rPr lang="en-IN" dirty="0"/>
              <a:t>) </a:t>
            </a:r>
          </a:p>
          <a:p>
            <a:r>
              <a:rPr lang="en-US" dirty="0"/>
              <a:t>for pair in POSE_PAIRS:</a:t>
            </a:r>
          </a:p>
          <a:p>
            <a:r>
              <a:rPr lang="en-US" dirty="0"/>
              <a:t>        </a:t>
            </a:r>
            <a:r>
              <a:rPr lang="en-US" dirty="0" err="1"/>
              <a:t>partA</a:t>
            </a:r>
            <a:r>
              <a:rPr lang="en-US" dirty="0"/>
              <a:t> = pair[0]</a:t>
            </a:r>
          </a:p>
          <a:p>
            <a:r>
              <a:rPr lang="en-US" dirty="0"/>
              <a:t>        </a:t>
            </a:r>
            <a:r>
              <a:rPr lang="en-US" dirty="0" err="1"/>
              <a:t>partB</a:t>
            </a:r>
            <a:r>
              <a:rPr lang="en-US" dirty="0"/>
              <a:t> = pair[1]</a:t>
            </a:r>
          </a:p>
          <a:p>
            <a:endParaRPr lang="en-IN" dirty="0"/>
          </a:p>
        </p:txBody>
      </p:sp>
      <p:sp>
        <p:nvSpPr>
          <p:cNvPr id="3" name="TextBox 2">
            <a:extLst>
              <a:ext uri="{FF2B5EF4-FFF2-40B4-BE49-F238E27FC236}">
                <a16:creationId xmlns:a16="http://schemas.microsoft.com/office/drawing/2014/main" id="{DD7C626B-857E-28BF-D5D1-4C80347B9EF9}"/>
              </a:ext>
            </a:extLst>
          </p:cNvPr>
          <p:cNvSpPr txBox="1"/>
          <p:nvPr/>
        </p:nvSpPr>
        <p:spPr>
          <a:xfrm>
            <a:off x="6007261" y="92597"/>
            <a:ext cx="5845216" cy="6740307"/>
          </a:xfrm>
          <a:prstGeom prst="rect">
            <a:avLst/>
          </a:prstGeom>
          <a:noFill/>
        </p:spPr>
        <p:txBody>
          <a:bodyPr wrap="square" rtlCol="0">
            <a:spAutoFit/>
          </a:bodyPr>
          <a:lstStyle/>
          <a:p>
            <a:r>
              <a:rPr lang="en-IN" dirty="0"/>
              <a:t> print(str(pair[0])+" "+str(pair[1])+" "+str(</a:t>
            </a:r>
            <a:r>
              <a:rPr lang="en-IN" dirty="0" err="1"/>
              <a:t>partA</a:t>
            </a:r>
            <a:r>
              <a:rPr lang="en-IN" dirty="0"/>
              <a:t>)+" "+str(</a:t>
            </a:r>
            <a:r>
              <a:rPr lang="en-IN" dirty="0" err="1"/>
              <a:t>partB</a:t>
            </a:r>
            <a:r>
              <a:rPr lang="en-IN" dirty="0"/>
              <a:t>))</a:t>
            </a:r>
          </a:p>
          <a:p>
            <a:r>
              <a:rPr lang="en-IN" dirty="0"/>
              <a:t>        if points[</a:t>
            </a:r>
            <a:r>
              <a:rPr lang="en-IN" dirty="0" err="1"/>
              <a:t>partA</a:t>
            </a:r>
            <a:r>
              <a:rPr lang="en-IN" dirty="0"/>
              <a:t>] and points[</a:t>
            </a:r>
            <a:r>
              <a:rPr lang="en-IN" dirty="0" err="1"/>
              <a:t>partB</a:t>
            </a:r>
            <a:r>
              <a:rPr lang="en-IN" dirty="0"/>
              <a:t>]:</a:t>
            </a:r>
          </a:p>
          <a:p>
            <a:r>
              <a:rPr lang="en-IN" dirty="0"/>
              <a:t>            cv2.line(</a:t>
            </a:r>
            <a:r>
              <a:rPr lang="en-IN" dirty="0" err="1"/>
              <a:t>img</a:t>
            </a:r>
            <a:r>
              <a:rPr lang="en-IN" dirty="0"/>
              <a:t>, points[</a:t>
            </a:r>
            <a:r>
              <a:rPr lang="en-IN" dirty="0" err="1"/>
              <a:t>partA</a:t>
            </a:r>
            <a:r>
              <a:rPr lang="en-IN" dirty="0"/>
              <a:t>], points[</a:t>
            </a:r>
            <a:r>
              <a:rPr lang="en-IN" dirty="0" err="1"/>
              <a:t>partB</a:t>
            </a:r>
            <a:r>
              <a:rPr lang="en-IN" dirty="0"/>
              <a:t>], (0, 255, 255), 3, </a:t>
            </a:r>
            <a:r>
              <a:rPr lang="en-IN" dirty="0" err="1"/>
              <a:t>lineType</a:t>
            </a:r>
            <a:r>
              <a:rPr lang="en-IN" dirty="0"/>
              <a:t>=cv2.LINE_AA)</a:t>
            </a:r>
          </a:p>
          <a:p>
            <a:r>
              <a:rPr lang="en-IN" dirty="0"/>
              <a:t>            cv2.line(frame, points[</a:t>
            </a:r>
            <a:r>
              <a:rPr lang="en-IN" dirty="0" err="1"/>
              <a:t>partA</a:t>
            </a:r>
            <a:r>
              <a:rPr lang="en-IN" dirty="0"/>
              <a:t>], points[</a:t>
            </a:r>
            <a:r>
              <a:rPr lang="en-IN" dirty="0" err="1"/>
              <a:t>partB</a:t>
            </a:r>
            <a:r>
              <a:rPr lang="en-IN" dirty="0"/>
              <a:t>], (0, 255, 255), 3, </a:t>
            </a:r>
            <a:r>
              <a:rPr lang="en-IN" dirty="0" err="1"/>
              <a:t>lineType</a:t>
            </a:r>
            <a:r>
              <a:rPr lang="en-IN" dirty="0"/>
              <a:t>=cv2.LINE_AA)</a:t>
            </a:r>
          </a:p>
          <a:p>
            <a:r>
              <a:rPr lang="en-IN" dirty="0"/>
              <a:t>            cv2.circle(frame, points[</a:t>
            </a:r>
            <a:r>
              <a:rPr lang="en-IN" dirty="0" err="1"/>
              <a:t>partA</a:t>
            </a:r>
            <a:r>
              <a:rPr lang="en-IN" dirty="0"/>
              <a:t>], 8, (0, 0, 255), thickness=-1, </a:t>
            </a:r>
            <a:r>
              <a:rPr lang="en-IN" dirty="0" err="1"/>
              <a:t>lineType</a:t>
            </a:r>
            <a:r>
              <a:rPr lang="en-IN" dirty="0"/>
              <a:t>=cv2.FILLED)</a:t>
            </a:r>
          </a:p>
          <a:p>
            <a:r>
              <a:rPr lang="en-IN" dirty="0"/>
              <a:t>            cv2.circle(frame, points[</a:t>
            </a:r>
            <a:r>
              <a:rPr lang="en-IN" dirty="0" err="1"/>
              <a:t>partB</a:t>
            </a:r>
            <a:r>
              <a:rPr lang="en-IN" dirty="0"/>
              <a:t>], 8, (0, 0, 255), thickness=-1, </a:t>
            </a:r>
            <a:r>
              <a:rPr lang="en-IN" dirty="0" err="1"/>
              <a:t>lineType</a:t>
            </a:r>
            <a:r>
              <a:rPr lang="en-IN" dirty="0"/>
              <a:t>=cv2.FILLED)</a:t>
            </a:r>
          </a:p>
          <a:p>
            <a:r>
              <a:rPr lang="en-IN" dirty="0"/>
              <a:t>    return frame, </a:t>
            </a:r>
            <a:r>
              <a:rPr lang="en-IN" dirty="0" err="1"/>
              <a:t>img</a:t>
            </a:r>
            <a:r>
              <a:rPr lang="en-IN" dirty="0"/>
              <a:t>, predict</a:t>
            </a:r>
          </a:p>
          <a:p>
            <a:r>
              <a:rPr lang="en-IN" dirty="0"/>
              <a:t> </a:t>
            </a:r>
          </a:p>
          <a:p>
            <a:r>
              <a:rPr lang="en-IN" dirty="0"/>
              <a:t>def </a:t>
            </a:r>
            <a:r>
              <a:rPr lang="en-IN" dirty="0" err="1"/>
              <a:t>imageDetect</a:t>
            </a:r>
            <a:r>
              <a:rPr lang="en-IN" dirty="0"/>
              <a:t>():</a:t>
            </a:r>
          </a:p>
          <a:p>
            <a:r>
              <a:rPr lang="en-IN" dirty="0"/>
              <a:t>    </a:t>
            </a:r>
            <a:r>
              <a:rPr lang="en-IN" dirty="0" err="1"/>
              <a:t>text.delete</a:t>
            </a:r>
            <a:r>
              <a:rPr lang="en-IN" dirty="0"/>
              <a:t>('1.0', END)</a:t>
            </a:r>
          </a:p>
          <a:p>
            <a:r>
              <a:rPr lang="en-IN" dirty="0"/>
              <a:t>    global scaler, </a:t>
            </a:r>
            <a:r>
              <a:rPr lang="en-IN" dirty="0" err="1"/>
              <a:t>svm_cls</a:t>
            </a:r>
            <a:endParaRPr lang="en-IN" dirty="0"/>
          </a:p>
          <a:p>
            <a:r>
              <a:rPr lang="en-IN" dirty="0"/>
              <a:t>    filename = </a:t>
            </a:r>
            <a:r>
              <a:rPr lang="en-IN" dirty="0" err="1"/>
              <a:t>filedialog.askopenfilename</a:t>
            </a:r>
            <a:r>
              <a:rPr lang="en-IN" dirty="0"/>
              <a:t>(</a:t>
            </a:r>
            <a:r>
              <a:rPr lang="en-IN" dirty="0" err="1"/>
              <a:t>initialdir</a:t>
            </a:r>
            <a:r>
              <a:rPr lang="en-IN" dirty="0"/>
              <a:t>="images")</a:t>
            </a:r>
          </a:p>
          <a:p>
            <a:r>
              <a:rPr lang="en-IN" dirty="0"/>
              <a:t>    frame = cv2.imread(filename)</a:t>
            </a:r>
          </a:p>
          <a:p>
            <a:r>
              <a:rPr lang="en-IN" dirty="0"/>
              <a:t>    frame, </a:t>
            </a:r>
            <a:r>
              <a:rPr lang="en-IN" dirty="0" err="1"/>
              <a:t>img</a:t>
            </a:r>
            <a:r>
              <a:rPr lang="en-IN" dirty="0"/>
              <a:t>, predict = </a:t>
            </a:r>
            <a:r>
              <a:rPr lang="en-IN" dirty="0" err="1"/>
              <a:t>detectDisease</a:t>
            </a:r>
            <a:r>
              <a:rPr lang="en-IN" dirty="0"/>
              <a:t>(frame)</a:t>
            </a:r>
          </a:p>
          <a:p>
            <a:r>
              <a:rPr lang="en-IN" dirty="0"/>
              <a:t>    frame = cv2.resize(frame, (400, 400))</a:t>
            </a:r>
          </a:p>
          <a:p>
            <a:r>
              <a:rPr lang="en-IN" dirty="0"/>
              <a:t>    </a:t>
            </a:r>
            <a:r>
              <a:rPr lang="en-IN" dirty="0" err="1"/>
              <a:t>img</a:t>
            </a:r>
            <a:r>
              <a:rPr lang="en-IN" dirty="0"/>
              <a:t> = cv2.resize(</a:t>
            </a:r>
            <a:r>
              <a:rPr lang="en-IN" dirty="0" err="1"/>
              <a:t>img</a:t>
            </a:r>
            <a:r>
              <a:rPr lang="en-IN" dirty="0"/>
              <a:t>, (400, 400))</a:t>
            </a:r>
          </a:p>
          <a:p>
            <a:r>
              <a:rPr lang="en-IN" dirty="0"/>
              <a:t>    label = ['Normal', 'ADHD Disease']</a:t>
            </a:r>
          </a:p>
          <a:p>
            <a:r>
              <a:rPr lang="en-IN" dirty="0"/>
              <a:t>    print(predict)</a:t>
            </a:r>
          </a:p>
          <a:p>
            <a:r>
              <a:rPr lang="en-IN" dirty="0"/>
              <a:t>    </a:t>
            </a:r>
          </a:p>
        </p:txBody>
      </p:sp>
    </p:spTree>
    <p:extLst>
      <p:ext uri="{BB962C8B-B14F-4D97-AF65-F5344CB8AC3E}">
        <p14:creationId xmlns:p14="http://schemas.microsoft.com/office/powerpoint/2010/main" val="4195142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A3EB30-002F-8E8F-31B9-BF1652A32C65}"/>
              </a:ext>
            </a:extLst>
          </p:cNvPr>
          <p:cNvSpPr txBox="1"/>
          <p:nvPr/>
        </p:nvSpPr>
        <p:spPr>
          <a:xfrm>
            <a:off x="138896" y="0"/>
            <a:ext cx="6157733" cy="7848302"/>
          </a:xfrm>
          <a:prstGeom prst="rect">
            <a:avLst/>
          </a:prstGeom>
          <a:noFill/>
        </p:spPr>
        <p:txBody>
          <a:bodyPr wrap="square" rtlCol="0">
            <a:spAutoFit/>
          </a:bodyPr>
          <a:lstStyle/>
          <a:p>
            <a:r>
              <a:rPr lang="en-IN" dirty="0"/>
              <a:t>cv2.putText(frame, 'Predicted As : '+label[predict], (10, 25),  cv2.FONT_HERSHEY_SIMPLEX,0.7, (0, 0, 255), 2)</a:t>
            </a:r>
          </a:p>
          <a:p>
            <a:r>
              <a:rPr lang="en-IN" dirty="0"/>
              <a:t>    cv2.imshow("Pose Estimated Image", frame)</a:t>
            </a:r>
          </a:p>
          <a:p>
            <a:r>
              <a:rPr lang="en-IN" dirty="0"/>
              <a:t>    cv2.imshow("Pose Image", </a:t>
            </a:r>
            <a:r>
              <a:rPr lang="en-IN" dirty="0" err="1"/>
              <a:t>img</a:t>
            </a:r>
            <a:r>
              <a:rPr lang="en-IN" dirty="0"/>
              <a:t>)</a:t>
            </a:r>
          </a:p>
          <a:p>
            <a:r>
              <a:rPr lang="en-IN" dirty="0"/>
              <a:t>    cv2.waitKey(0)</a:t>
            </a:r>
          </a:p>
          <a:p>
            <a:r>
              <a:rPr lang="en-IN" dirty="0"/>
              <a:t> </a:t>
            </a:r>
          </a:p>
          <a:p>
            <a:r>
              <a:rPr lang="en-IN" dirty="0"/>
              <a:t>def </a:t>
            </a:r>
            <a:r>
              <a:rPr lang="en-IN" dirty="0" err="1"/>
              <a:t>videoDetect</a:t>
            </a:r>
            <a:r>
              <a:rPr lang="en-IN" dirty="0"/>
              <a:t>():</a:t>
            </a:r>
          </a:p>
          <a:p>
            <a:r>
              <a:rPr lang="en-IN" dirty="0"/>
              <a:t>    </a:t>
            </a:r>
            <a:r>
              <a:rPr lang="en-IN" dirty="0" err="1"/>
              <a:t>text.delete</a:t>
            </a:r>
            <a:r>
              <a:rPr lang="en-IN" dirty="0"/>
              <a:t>('1.0', END)</a:t>
            </a:r>
          </a:p>
          <a:p>
            <a:r>
              <a:rPr lang="en-IN" dirty="0"/>
              <a:t>    global scaler, </a:t>
            </a:r>
            <a:r>
              <a:rPr lang="en-IN" dirty="0" err="1"/>
              <a:t>svm_cls</a:t>
            </a:r>
            <a:endParaRPr lang="en-IN" dirty="0"/>
          </a:p>
          <a:p>
            <a:r>
              <a:rPr lang="en-IN" dirty="0"/>
              <a:t>    filename = </a:t>
            </a:r>
            <a:r>
              <a:rPr lang="en-IN" dirty="0" err="1"/>
              <a:t>filedialog.askopenfilename</a:t>
            </a:r>
            <a:r>
              <a:rPr lang="en-IN" dirty="0"/>
              <a:t>(</a:t>
            </a:r>
            <a:r>
              <a:rPr lang="en-IN" dirty="0" err="1"/>
              <a:t>initialdir</a:t>
            </a:r>
            <a:r>
              <a:rPr lang="en-IN" dirty="0"/>
              <a:t>="videos")</a:t>
            </a:r>
          </a:p>
          <a:p>
            <a:r>
              <a:rPr lang="en-IN" dirty="0"/>
              <a:t>    </a:t>
            </a:r>
            <a:r>
              <a:rPr lang="en-IN" dirty="0" err="1"/>
              <a:t>normal_count</a:t>
            </a:r>
            <a:r>
              <a:rPr lang="en-IN" dirty="0"/>
              <a:t> = 0</a:t>
            </a:r>
          </a:p>
          <a:p>
            <a:r>
              <a:rPr lang="en-IN" dirty="0"/>
              <a:t>    </a:t>
            </a:r>
            <a:r>
              <a:rPr lang="en-IN" dirty="0" err="1"/>
              <a:t>abnormal_count</a:t>
            </a:r>
            <a:r>
              <a:rPr lang="en-IN" dirty="0"/>
              <a:t> = 0</a:t>
            </a:r>
          </a:p>
          <a:p>
            <a:r>
              <a:rPr lang="en-IN" dirty="0"/>
              <a:t>    video = cv2.VideoCapture(filename)</a:t>
            </a:r>
          </a:p>
          <a:p>
            <a:r>
              <a:rPr lang="en-IN" dirty="0"/>
              <a:t>    count = 0</a:t>
            </a:r>
          </a:p>
          <a:p>
            <a:r>
              <a:rPr lang="en-IN" dirty="0"/>
              <a:t>    while(True):</a:t>
            </a:r>
          </a:p>
          <a:p>
            <a:r>
              <a:rPr lang="en-IN" dirty="0"/>
              <a:t>        ret, frame = </a:t>
            </a:r>
            <a:r>
              <a:rPr lang="en-IN" dirty="0" err="1"/>
              <a:t>video.read</a:t>
            </a:r>
            <a:r>
              <a:rPr lang="en-IN" dirty="0"/>
              <a:t>()</a:t>
            </a:r>
          </a:p>
          <a:p>
            <a:r>
              <a:rPr lang="en-IN" dirty="0"/>
              <a:t>        if ret == True:</a:t>
            </a:r>
          </a:p>
          <a:p>
            <a:r>
              <a:rPr lang="en-IN" dirty="0"/>
              <a:t>            filename = "temp.png"</a:t>
            </a:r>
          </a:p>
          <a:p>
            <a:r>
              <a:rPr lang="en-IN" dirty="0"/>
              <a:t>            frame, </a:t>
            </a:r>
            <a:r>
              <a:rPr lang="en-IN" dirty="0" err="1"/>
              <a:t>img</a:t>
            </a:r>
            <a:r>
              <a:rPr lang="en-IN" dirty="0"/>
              <a:t>, predict = </a:t>
            </a:r>
            <a:r>
              <a:rPr lang="en-IN" dirty="0" err="1"/>
              <a:t>detectDisease</a:t>
            </a:r>
            <a:r>
              <a:rPr lang="en-IN" dirty="0"/>
              <a:t>(frame)</a:t>
            </a:r>
          </a:p>
          <a:p>
            <a:r>
              <a:rPr lang="en-IN" dirty="0"/>
              <a:t>            if predict == 0:</a:t>
            </a:r>
          </a:p>
          <a:p>
            <a:r>
              <a:rPr lang="en-IN" dirty="0"/>
              <a:t>                </a:t>
            </a:r>
            <a:r>
              <a:rPr lang="en-IN" dirty="0" err="1"/>
              <a:t>normal_count</a:t>
            </a:r>
            <a:r>
              <a:rPr lang="en-IN" dirty="0"/>
              <a:t> += 1</a:t>
            </a:r>
          </a:p>
          <a:p>
            <a:r>
              <a:rPr lang="en-IN" dirty="0"/>
              <a:t>            else:</a:t>
            </a:r>
          </a:p>
          <a:p>
            <a:r>
              <a:rPr lang="en-IN" dirty="0" err="1"/>
              <a:t>abnormal_count</a:t>
            </a:r>
            <a:r>
              <a:rPr lang="en-IN" dirty="0"/>
              <a:t> + 1                </a:t>
            </a:r>
          </a:p>
          <a:p>
            <a:r>
              <a:rPr lang="en-IN" dirty="0"/>
              <a:t>            cv2.imshow("Estimated Pose", frame)</a:t>
            </a:r>
          </a:p>
          <a:p>
            <a:r>
              <a:rPr lang="en-IN" dirty="0"/>
              <a:t>            </a:t>
            </a:r>
          </a:p>
          <a:p>
            <a:r>
              <a:rPr lang="en-IN" dirty="0"/>
              <a:t>                </a:t>
            </a:r>
          </a:p>
          <a:p>
            <a:endParaRPr lang="en-IN" dirty="0"/>
          </a:p>
          <a:p>
            <a:r>
              <a:rPr lang="en-IN" dirty="0"/>
              <a:t>                </a:t>
            </a:r>
          </a:p>
        </p:txBody>
      </p:sp>
      <p:sp>
        <p:nvSpPr>
          <p:cNvPr id="3" name="TextBox 2">
            <a:extLst>
              <a:ext uri="{FF2B5EF4-FFF2-40B4-BE49-F238E27FC236}">
                <a16:creationId xmlns:a16="http://schemas.microsoft.com/office/drawing/2014/main" id="{14566AB3-C9A9-812C-8994-D7F3D8DA8D36}"/>
              </a:ext>
            </a:extLst>
          </p:cNvPr>
          <p:cNvSpPr txBox="1"/>
          <p:nvPr/>
        </p:nvSpPr>
        <p:spPr>
          <a:xfrm>
            <a:off x="5798917" y="-127323"/>
            <a:ext cx="6393084" cy="7848302"/>
          </a:xfrm>
          <a:prstGeom prst="rect">
            <a:avLst/>
          </a:prstGeom>
          <a:noFill/>
        </p:spPr>
        <p:txBody>
          <a:bodyPr wrap="square" rtlCol="0">
            <a:spAutoFit/>
          </a:bodyPr>
          <a:lstStyle/>
          <a:p>
            <a:endParaRPr lang="en-IN" dirty="0"/>
          </a:p>
          <a:p>
            <a:r>
              <a:rPr lang="en-IN" dirty="0"/>
              <a:t>         if cv2.waitKey(5) &amp; 0xFF == </a:t>
            </a:r>
            <a:r>
              <a:rPr lang="en-IN" dirty="0" err="1"/>
              <a:t>ord</a:t>
            </a:r>
            <a:r>
              <a:rPr lang="en-IN" dirty="0"/>
              <a:t>('q'):</a:t>
            </a:r>
          </a:p>
          <a:p>
            <a:r>
              <a:rPr lang="en-IN" dirty="0"/>
              <a:t>   break</a:t>
            </a:r>
          </a:p>
          <a:p>
            <a:r>
              <a:rPr lang="en-IN" dirty="0"/>
              <a:t>            count = count + 1</a:t>
            </a:r>
          </a:p>
          <a:p>
            <a:r>
              <a:rPr lang="en-IN" dirty="0"/>
              <a:t>            if count &gt; 20:</a:t>
            </a:r>
          </a:p>
          <a:p>
            <a:r>
              <a:rPr lang="en-IN" dirty="0"/>
              <a:t>                break</a:t>
            </a:r>
          </a:p>
          <a:p>
            <a:r>
              <a:rPr lang="en-IN" dirty="0"/>
              <a:t>        else:</a:t>
            </a:r>
          </a:p>
          <a:p>
            <a:r>
              <a:rPr lang="en-IN" dirty="0"/>
              <a:t>            break</a:t>
            </a:r>
          </a:p>
          <a:p>
            <a:r>
              <a:rPr lang="en-IN" dirty="0"/>
              <a:t>    </a:t>
            </a:r>
            <a:r>
              <a:rPr lang="en-IN" dirty="0" err="1"/>
              <a:t>video.release</a:t>
            </a:r>
            <a:r>
              <a:rPr lang="en-IN" dirty="0"/>
              <a:t>()</a:t>
            </a:r>
          </a:p>
          <a:p>
            <a:r>
              <a:rPr lang="en-IN" dirty="0"/>
              <a:t>    cv2.destroyAllWindows()</a:t>
            </a:r>
          </a:p>
          <a:p>
            <a:r>
              <a:rPr lang="en-IN" dirty="0"/>
              <a:t>    if </a:t>
            </a:r>
            <a:r>
              <a:rPr lang="en-IN" dirty="0" err="1"/>
              <a:t>normal_count</a:t>
            </a:r>
            <a:r>
              <a:rPr lang="en-IN" dirty="0"/>
              <a:t> &gt;= </a:t>
            </a:r>
            <a:r>
              <a:rPr lang="en-IN" dirty="0" err="1"/>
              <a:t>abnormal_count</a:t>
            </a:r>
            <a:r>
              <a:rPr lang="en-IN" dirty="0"/>
              <a:t>:</a:t>
            </a:r>
          </a:p>
          <a:p>
            <a:r>
              <a:rPr lang="en-IN" dirty="0"/>
              <a:t>        </a:t>
            </a:r>
            <a:r>
              <a:rPr lang="en-IN" dirty="0" err="1"/>
              <a:t>text.insert</a:t>
            </a:r>
            <a:r>
              <a:rPr lang="en-IN" dirty="0"/>
              <a:t>(</a:t>
            </a:r>
            <a:r>
              <a:rPr lang="en-IN" dirty="0" err="1"/>
              <a:t>END,"Pose</a:t>
            </a:r>
            <a:r>
              <a:rPr lang="en-IN" dirty="0"/>
              <a:t> in Video Predicted as : NORMAL\n")</a:t>
            </a:r>
          </a:p>
          <a:p>
            <a:r>
              <a:rPr lang="en-IN" dirty="0"/>
              <a:t>    else:</a:t>
            </a:r>
          </a:p>
          <a:p>
            <a:r>
              <a:rPr lang="en-IN" dirty="0"/>
              <a:t>        </a:t>
            </a:r>
            <a:r>
              <a:rPr lang="en-IN" dirty="0" err="1"/>
              <a:t>text.insert</a:t>
            </a:r>
            <a:r>
              <a:rPr lang="en-IN" dirty="0"/>
              <a:t>(</a:t>
            </a:r>
            <a:r>
              <a:rPr lang="en-IN" dirty="0" err="1"/>
              <a:t>END,"Pose</a:t>
            </a:r>
            <a:r>
              <a:rPr lang="en-IN" dirty="0"/>
              <a:t> in Video Predicted as : ADHD Disease\n")</a:t>
            </a:r>
          </a:p>
          <a:p>
            <a:r>
              <a:rPr lang="en-US" dirty="0"/>
              <a:t>font = ('times', 15, 'bold')</a:t>
            </a:r>
          </a:p>
          <a:p>
            <a:r>
              <a:rPr lang="en-US" dirty="0"/>
              <a:t>title = Label(main, text='Children ADHD Disease Detection using Pose </a:t>
            </a:r>
            <a:r>
              <a:rPr lang="en-US" dirty="0" err="1"/>
              <a:t>Extimation</a:t>
            </a:r>
            <a:r>
              <a:rPr lang="en-US" dirty="0"/>
              <a:t> Technique’)</a:t>
            </a:r>
          </a:p>
          <a:p>
            <a:r>
              <a:rPr lang="en-IN" dirty="0" err="1"/>
              <a:t>title.config</a:t>
            </a:r>
            <a:r>
              <a:rPr lang="en-IN" dirty="0"/>
              <a:t>(</a:t>
            </a:r>
            <a:r>
              <a:rPr lang="en-IN" dirty="0" err="1"/>
              <a:t>bg</a:t>
            </a:r>
            <a:r>
              <a:rPr lang="en-IN" dirty="0"/>
              <a:t>='</a:t>
            </a:r>
            <a:r>
              <a:rPr lang="en-IN" dirty="0" err="1"/>
              <a:t>darkviolet</a:t>
            </a:r>
            <a:r>
              <a:rPr lang="en-IN" dirty="0"/>
              <a:t>', </a:t>
            </a:r>
            <a:r>
              <a:rPr lang="en-IN" dirty="0" err="1"/>
              <a:t>fg</a:t>
            </a:r>
            <a:r>
              <a:rPr lang="en-IN" dirty="0"/>
              <a:t>='gold')  </a:t>
            </a:r>
          </a:p>
          <a:p>
            <a:r>
              <a:rPr lang="en-IN" dirty="0" err="1"/>
              <a:t>title.config</a:t>
            </a:r>
            <a:r>
              <a:rPr lang="en-IN" dirty="0"/>
              <a:t>(font=font)           </a:t>
            </a:r>
          </a:p>
          <a:p>
            <a:r>
              <a:rPr lang="en-IN" dirty="0" err="1"/>
              <a:t>title.config</a:t>
            </a:r>
            <a:r>
              <a:rPr lang="en-IN" dirty="0"/>
              <a:t>(height=3, width=120)       </a:t>
            </a:r>
          </a:p>
          <a:p>
            <a:r>
              <a:rPr lang="en-IN" dirty="0" err="1"/>
              <a:t>title.place</a:t>
            </a:r>
            <a:r>
              <a:rPr lang="en-IN" dirty="0"/>
              <a:t>(x=0,y=5)</a:t>
            </a:r>
          </a:p>
          <a:p>
            <a:r>
              <a:rPr lang="en-IN" dirty="0"/>
              <a:t>font1 = ('times', 13, 'bold')</a:t>
            </a:r>
          </a:p>
          <a:p>
            <a:r>
              <a:rPr lang="en-IN" dirty="0"/>
              <a:t>ff = ('times', 12, 'bold')</a:t>
            </a:r>
          </a:p>
          <a:p>
            <a:endParaRPr lang="en-IN" dirty="0"/>
          </a:p>
          <a:p>
            <a:endParaRPr lang="en-US" dirty="0"/>
          </a:p>
          <a:p>
            <a:endParaRPr lang="en-IN" dirty="0"/>
          </a:p>
          <a:p>
            <a:r>
              <a:rPr lang="en-IN" dirty="0"/>
              <a:t> </a:t>
            </a:r>
          </a:p>
        </p:txBody>
      </p:sp>
    </p:spTree>
    <p:extLst>
      <p:ext uri="{BB962C8B-B14F-4D97-AF65-F5344CB8AC3E}">
        <p14:creationId xmlns:p14="http://schemas.microsoft.com/office/powerpoint/2010/main" val="3864774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6A1814-D07C-9ACF-89ED-54C334D99E19}"/>
              </a:ext>
            </a:extLst>
          </p:cNvPr>
          <p:cNvSpPr txBox="1"/>
          <p:nvPr/>
        </p:nvSpPr>
        <p:spPr>
          <a:xfrm>
            <a:off x="185195" y="104172"/>
            <a:ext cx="5810492" cy="7848302"/>
          </a:xfrm>
          <a:prstGeom prst="rect">
            <a:avLst/>
          </a:prstGeom>
          <a:noFill/>
        </p:spPr>
        <p:txBody>
          <a:bodyPr wrap="square" rtlCol="0">
            <a:spAutoFit/>
          </a:bodyPr>
          <a:lstStyle/>
          <a:p>
            <a:r>
              <a:rPr lang="en-IN" dirty="0" err="1"/>
              <a:t>uploadButton</a:t>
            </a:r>
            <a:r>
              <a:rPr lang="en-IN" dirty="0"/>
              <a:t> = Button(main, text="Upload ADHD Pose Dataset", command=</a:t>
            </a:r>
            <a:r>
              <a:rPr lang="en-IN" dirty="0" err="1"/>
              <a:t>uploadDataset</a:t>
            </a:r>
            <a:r>
              <a:rPr lang="en-IN" dirty="0"/>
              <a:t>)</a:t>
            </a:r>
          </a:p>
          <a:p>
            <a:r>
              <a:rPr lang="en-IN" dirty="0" err="1"/>
              <a:t>uploadButton.place</a:t>
            </a:r>
            <a:r>
              <a:rPr lang="en-IN" dirty="0"/>
              <a:t>(x=20,y=100)</a:t>
            </a:r>
          </a:p>
          <a:p>
            <a:r>
              <a:rPr lang="en-IN" dirty="0" err="1"/>
              <a:t>uploadButton.config</a:t>
            </a:r>
            <a:r>
              <a:rPr lang="en-IN" dirty="0"/>
              <a:t>(font=ff)</a:t>
            </a:r>
          </a:p>
          <a:p>
            <a:r>
              <a:rPr lang="en-IN" dirty="0"/>
              <a:t> </a:t>
            </a:r>
          </a:p>
          <a:p>
            <a:r>
              <a:rPr lang="en-IN" dirty="0"/>
              <a:t> </a:t>
            </a:r>
          </a:p>
          <a:p>
            <a:r>
              <a:rPr lang="en-IN" dirty="0" err="1"/>
              <a:t>processButton</a:t>
            </a:r>
            <a:r>
              <a:rPr lang="en-IN" dirty="0"/>
              <a:t> = Button(main, text="Preprocess Dataset", command=</a:t>
            </a:r>
            <a:r>
              <a:rPr lang="en-IN" dirty="0" err="1"/>
              <a:t>processDataset</a:t>
            </a:r>
            <a:r>
              <a:rPr lang="en-IN" dirty="0"/>
              <a:t>)</a:t>
            </a:r>
          </a:p>
          <a:p>
            <a:r>
              <a:rPr lang="en-IN" dirty="0" err="1"/>
              <a:t>processButton.place</a:t>
            </a:r>
            <a:r>
              <a:rPr lang="en-IN" dirty="0"/>
              <a:t>(x=20,y=150)</a:t>
            </a:r>
          </a:p>
          <a:p>
            <a:r>
              <a:rPr lang="en-IN" dirty="0" err="1"/>
              <a:t>processButton.config</a:t>
            </a:r>
            <a:r>
              <a:rPr lang="en-IN" dirty="0"/>
              <a:t>(font=ff)</a:t>
            </a:r>
          </a:p>
          <a:p>
            <a:r>
              <a:rPr lang="en-IN" dirty="0"/>
              <a:t> </a:t>
            </a:r>
          </a:p>
          <a:p>
            <a:r>
              <a:rPr lang="en-IN" dirty="0" err="1"/>
              <a:t>splitButton</a:t>
            </a:r>
            <a:r>
              <a:rPr lang="en-IN" dirty="0"/>
              <a:t> = Button(main, text="Split Dataset Train &amp; Test", command=</a:t>
            </a:r>
            <a:r>
              <a:rPr lang="en-IN" dirty="0" err="1"/>
              <a:t>splitDataset</a:t>
            </a:r>
            <a:r>
              <a:rPr lang="en-IN" dirty="0"/>
              <a:t>)</a:t>
            </a:r>
          </a:p>
          <a:p>
            <a:r>
              <a:rPr lang="en-IN" dirty="0" err="1"/>
              <a:t>splitButton.place</a:t>
            </a:r>
            <a:r>
              <a:rPr lang="en-IN" dirty="0"/>
              <a:t>(x=20,y=200)</a:t>
            </a:r>
          </a:p>
          <a:p>
            <a:r>
              <a:rPr lang="en-IN" dirty="0" err="1"/>
              <a:t>splitButton.config</a:t>
            </a:r>
            <a:r>
              <a:rPr lang="en-IN" dirty="0"/>
              <a:t>(font=ff)</a:t>
            </a:r>
          </a:p>
          <a:p>
            <a:r>
              <a:rPr lang="en-IN" dirty="0"/>
              <a:t> </a:t>
            </a:r>
          </a:p>
          <a:p>
            <a:r>
              <a:rPr lang="en-IN" dirty="0" err="1"/>
              <a:t>svmButton</a:t>
            </a:r>
            <a:r>
              <a:rPr lang="en-IN" dirty="0"/>
              <a:t> = Button(main, text="Train SVM Algorithm", command=</a:t>
            </a:r>
            <a:r>
              <a:rPr lang="en-IN" dirty="0" err="1"/>
              <a:t>trainSVM</a:t>
            </a:r>
            <a:r>
              <a:rPr lang="en-IN" dirty="0"/>
              <a:t>)</a:t>
            </a:r>
          </a:p>
          <a:p>
            <a:r>
              <a:rPr lang="en-IN" dirty="0" err="1"/>
              <a:t>svmButton.place</a:t>
            </a:r>
            <a:r>
              <a:rPr lang="en-IN" dirty="0"/>
              <a:t>(x=20,y=250)</a:t>
            </a:r>
          </a:p>
          <a:p>
            <a:r>
              <a:rPr lang="en-IN" dirty="0" err="1"/>
              <a:t>svmButton.config</a:t>
            </a:r>
            <a:r>
              <a:rPr lang="en-IN" dirty="0"/>
              <a:t>(font=ff)</a:t>
            </a:r>
          </a:p>
          <a:p>
            <a:r>
              <a:rPr lang="en-US" dirty="0" err="1"/>
              <a:t>imageDetectionButton</a:t>
            </a:r>
            <a:r>
              <a:rPr lang="en-US" dirty="0"/>
              <a:t> = Button(main, text="Disease Detection from Test Image", command=</a:t>
            </a:r>
            <a:r>
              <a:rPr lang="en-US" dirty="0" err="1"/>
              <a:t>imageDetect</a:t>
            </a:r>
            <a:r>
              <a:rPr lang="en-US" dirty="0"/>
              <a:t>)</a:t>
            </a:r>
          </a:p>
          <a:p>
            <a:r>
              <a:rPr lang="en-IN" dirty="0" err="1"/>
              <a:t>imageDetectionButton.place</a:t>
            </a:r>
            <a:r>
              <a:rPr lang="en-IN" dirty="0"/>
              <a:t>(x=20,y=300)</a:t>
            </a:r>
          </a:p>
          <a:p>
            <a:r>
              <a:rPr lang="en-IN" dirty="0" err="1"/>
              <a:t>imageDetectionButton.config</a:t>
            </a:r>
            <a:r>
              <a:rPr lang="en-IN" dirty="0"/>
              <a:t>(font=ff)</a:t>
            </a:r>
          </a:p>
          <a:p>
            <a:endParaRPr lang="en-US" dirty="0"/>
          </a:p>
          <a:p>
            <a:endParaRPr lang="en-IN" dirty="0"/>
          </a:p>
          <a:p>
            <a:r>
              <a:rPr lang="en-IN" dirty="0"/>
              <a:t> </a:t>
            </a:r>
          </a:p>
          <a:p>
            <a:endParaRPr lang="en-IN" dirty="0"/>
          </a:p>
        </p:txBody>
      </p:sp>
      <p:sp>
        <p:nvSpPr>
          <p:cNvPr id="4" name="TextBox 3">
            <a:extLst>
              <a:ext uri="{FF2B5EF4-FFF2-40B4-BE49-F238E27FC236}">
                <a16:creationId xmlns:a16="http://schemas.microsoft.com/office/drawing/2014/main" id="{685405F1-4BB5-1703-CD16-12232974CFA5}"/>
              </a:ext>
            </a:extLst>
          </p:cNvPr>
          <p:cNvSpPr txBox="1"/>
          <p:nvPr/>
        </p:nvSpPr>
        <p:spPr>
          <a:xfrm>
            <a:off x="5891514" y="266218"/>
            <a:ext cx="6115291" cy="7017306"/>
          </a:xfrm>
          <a:prstGeom prst="rect">
            <a:avLst/>
          </a:prstGeom>
          <a:noFill/>
        </p:spPr>
        <p:txBody>
          <a:bodyPr wrap="square" rtlCol="0">
            <a:spAutoFit/>
          </a:bodyPr>
          <a:lstStyle/>
          <a:p>
            <a:r>
              <a:rPr lang="en-IN" dirty="0" err="1"/>
              <a:t>videoDetectionButton</a:t>
            </a:r>
            <a:r>
              <a:rPr lang="en-IN" dirty="0"/>
              <a:t> = Button(main, text="Disease Detection from Video", command=</a:t>
            </a:r>
            <a:r>
              <a:rPr lang="en-IN" dirty="0" err="1"/>
              <a:t>videoDetect</a:t>
            </a:r>
            <a:r>
              <a:rPr lang="en-IN" dirty="0"/>
              <a:t>)</a:t>
            </a:r>
          </a:p>
          <a:p>
            <a:r>
              <a:rPr lang="en-IN" dirty="0" err="1"/>
              <a:t>videoDetectionButton.place</a:t>
            </a:r>
            <a:r>
              <a:rPr lang="en-IN" dirty="0"/>
              <a:t>(x=20,y=350)</a:t>
            </a:r>
          </a:p>
          <a:p>
            <a:r>
              <a:rPr lang="en-IN" dirty="0" err="1"/>
              <a:t>videoDetectionButton.config</a:t>
            </a:r>
            <a:r>
              <a:rPr lang="en-IN" dirty="0"/>
              <a:t>(font=ff)</a:t>
            </a:r>
          </a:p>
          <a:p>
            <a:r>
              <a:rPr lang="en-IN" dirty="0"/>
              <a:t> </a:t>
            </a:r>
          </a:p>
          <a:p>
            <a:r>
              <a:rPr lang="en-IN" dirty="0"/>
              <a:t> </a:t>
            </a:r>
          </a:p>
          <a:p>
            <a:r>
              <a:rPr lang="en-IN" dirty="0"/>
              <a:t>font1 = ('times', 12, 'bold')</a:t>
            </a:r>
          </a:p>
          <a:p>
            <a:r>
              <a:rPr lang="en-IN" dirty="0"/>
              <a:t>text=Text(</a:t>
            </a:r>
            <a:r>
              <a:rPr lang="en-IN" dirty="0" err="1"/>
              <a:t>main,height</a:t>
            </a:r>
            <a:r>
              <a:rPr lang="en-IN" dirty="0"/>
              <a:t>=30,width=110)</a:t>
            </a:r>
          </a:p>
          <a:p>
            <a:r>
              <a:rPr lang="en-IN" dirty="0"/>
              <a:t>scroll=Scrollbar(text)</a:t>
            </a:r>
          </a:p>
          <a:p>
            <a:r>
              <a:rPr lang="en-IN" dirty="0" err="1"/>
              <a:t>text.configure</a:t>
            </a:r>
            <a:r>
              <a:rPr lang="en-IN" dirty="0"/>
              <a:t>(</a:t>
            </a:r>
            <a:r>
              <a:rPr lang="en-IN" dirty="0" err="1"/>
              <a:t>yscrollcommand</a:t>
            </a:r>
            <a:r>
              <a:rPr lang="en-IN" dirty="0"/>
              <a:t>=</a:t>
            </a:r>
            <a:r>
              <a:rPr lang="en-IN" dirty="0" err="1"/>
              <a:t>scroll.set</a:t>
            </a:r>
            <a:r>
              <a:rPr lang="en-IN" dirty="0"/>
              <a:t>)</a:t>
            </a:r>
          </a:p>
          <a:p>
            <a:r>
              <a:rPr lang="en-IN" dirty="0" err="1"/>
              <a:t>text.place</a:t>
            </a:r>
            <a:r>
              <a:rPr lang="en-IN" dirty="0"/>
              <a:t>(x=360,y=100)</a:t>
            </a:r>
          </a:p>
          <a:p>
            <a:r>
              <a:rPr lang="en-IN" dirty="0" err="1"/>
              <a:t>text.config</a:t>
            </a:r>
            <a:r>
              <a:rPr lang="en-IN" dirty="0"/>
              <a:t>(font=font1)</a:t>
            </a:r>
          </a:p>
          <a:p>
            <a:r>
              <a:rPr lang="en-IN" dirty="0"/>
              <a:t> </a:t>
            </a:r>
          </a:p>
          <a:p>
            <a:r>
              <a:rPr lang="en-IN" dirty="0" err="1"/>
              <a:t>main.config</a:t>
            </a:r>
            <a:r>
              <a:rPr lang="en-IN" dirty="0"/>
              <a:t>(</a:t>
            </a:r>
            <a:r>
              <a:rPr lang="en-IN" dirty="0" err="1"/>
              <a:t>bg</a:t>
            </a:r>
            <a:r>
              <a:rPr lang="en-IN" dirty="0"/>
              <a:t>='</a:t>
            </a:r>
            <a:r>
              <a:rPr lang="en-IN" dirty="0" err="1"/>
              <a:t>forestgreen</a:t>
            </a:r>
            <a:r>
              <a:rPr lang="en-IN" dirty="0"/>
              <a:t>')</a:t>
            </a:r>
          </a:p>
          <a:p>
            <a:r>
              <a:rPr lang="en-IN" dirty="0" err="1"/>
              <a:t>main.mainloop</a:t>
            </a:r>
            <a:r>
              <a:rPr lang="en-IN" dirty="0"/>
              <a:t>()</a:t>
            </a:r>
          </a:p>
          <a:p>
            <a:r>
              <a:rPr lang="en-IN" b="1" u="sng" dirty="0"/>
              <a:t> </a:t>
            </a:r>
            <a:endParaRPr lang="en-IN" dirty="0"/>
          </a:p>
          <a:p>
            <a:r>
              <a:rPr lang="en-IN" b="1" u="sng" dirty="0"/>
              <a:t> </a:t>
            </a:r>
            <a:endParaRPr lang="en-IN" dirty="0"/>
          </a:p>
          <a:p>
            <a:r>
              <a:rPr lang="en-IN" b="1" u="sng" dirty="0"/>
              <a:t> </a:t>
            </a:r>
            <a:endParaRPr lang="en-IN" dirty="0"/>
          </a:p>
          <a:p>
            <a:r>
              <a:rPr lang="en-IN" b="1" u="sng" dirty="0"/>
              <a:t> </a:t>
            </a:r>
            <a:endParaRPr lang="en-IN" dirty="0"/>
          </a:p>
          <a:p>
            <a:r>
              <a:rPr lang="en-IN" b="1" u="sng" dirty="0"/>
              <a:t> </a:t>
            </a:r>
            <a:endParaRPr lang="en-IN" dirty="0"/>
          </a:p>
          <a:p>
            <a:r>
              <a:rPr lang="en-IN" b="1" u="sng" dirty="0"/>
              <a:t> </a:t>
            </a:r>
            <a:endParaRPr lang="en-IN" dirty="0"/>
          </a:p>
          <a:p>
            <a:r>
              <a:rPr lang="en-IN" b="1" u="sng" dirty="0"/>
              <a:t> </a:t>
            </a:r>
            <a:endParaRPr lang="en-IN" dirty="0"/>
          </a:p>
          <a:p>
            <a:r>
              <a:rPr lang="en-IN" b="1" u="sng" dirty="0"/>
              <a:t> </a:t>
            </a:r>
            <a:endParaRPr lang="en-IN" dirty="0"/>
          </a:p>
          <a:p>
            <a:r>
              <a:rPr lang="en-IN" b="1" u="sng" dirty="0"/>
              <a:t> </a:t>
            </a:r>
            <a:endParaRPr lang="en-IN" dirty="0"/>
          </a:p>
          <a:p>
            <a:endParaRPr lang="en-IN" dirty="0"/>
          </a:p>
        </p:txBody>
      </p:sp>
    </p:spTree>
    <p:extLst>
      <p:ext uri="{BB962C8B-B14F-4D97-AF65-F5344CB8AC3E}">
        <p14:creationId xmlns:p14="http://schemas.microsoft.com/office/powerpoint/2010/main" val="2715784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742A58-1006-9A57-E745-C6EDB5D593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12516" y="542690"/>
            <a:ext cx="5783485" cy="3022314"/>
          </a:xfrm>
          <a:prstGeom prst="rect">
            <a:avLst/>
          </a:prstGeom>
          <a:noFill/>
          <a:ln>
            <a:noFill/>
          </a:ln>
        </p:spPr>
      </p:pic>
      <p:sp>
        <p:nvSpPr>
          <p:cNvPr id="4" name="TextBox 3">
            <a:extLst>
              <a:ext uri="{FF2B5EF4-FFF2-40B4-BE49-F238E27FC236}">
                <a16:creationId xmlns:a16="http://schemas.microsoft.com/office/drawing/2014/main" id="{6DCAC60E-634D-3455-ED4A-233DA2BD5EC9}"/>
              </a:ext>
            </a:extLst>
          </p:cNvPr>
          <p:cNvSpPr txBox="1"/>
          <p:nvPr/>
        </p:nvSpPr>
        <p:spPr>
          <a:xfrm>
            <a:off x="312516" y="81024"/>
            <a:ext cx="1713054" cy="461665"/>
          </a:xfrm>
          <a:prstGeom prst="rect">
            <a:avLst/>
          </a:prstGeom>
          <a:noFill/>
        </p:spPr>
        <p:txBody>
          <a:bodyPr wrap="square" rtlCol="0">
            <a:spAutoFit/>
          </a:bodyPr>
          <a:lstStyle/>
          <a:p>
            <a:r>
              <a:rPr lang="en-IN" sz="2400" b="1" u="sng" dirty="0"/>
              <a:t>RESULTS:</a:t>
            </a:r>
          </a:p>
        </p:txBody>
      </p:sp>
      <p:pic>
        <p:nvPicPr>
          <p:cNvPr id="6" name="Picture 5">
            <a:extLst>
              <a:ext uri="{FF2B5EF4-FFF2-40B4-BE49-F238E27FC236}">
                <a16:creationId xmlns:a16="http://schemas.microsoft.com/office/drawing/2014/main" id="{C12F24C9-D11A-BAAE-6E6C-201D19A6F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16689" y="3819646"/>
            <a:ext cx="5679311" cy="2876308"/>
          </a:xfrm>
          <a:prstGeom prst="rect">
            <a:avLst/>
          </a:prstGeom>
          <a:noFill/>
          <a:ln>
            <a:noFill/>
          </a:ln>
        </p:spPr>
      </p:pic>
      <p:pic>
        <p:nvPicPr>
          <p:cNvPr id="8" name="Picture 7">
            <a:extLst>
              <a:ext uri="{FF2B5EF4-FFF2-40B4-BE49-F238E27FC236}">
                <a16:creationId xmlns:a16="http://schemas.microsoft.com/office/drawing/2014/main" id="{C82A5B46-9189-C5E1-E360-5A212BEE70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701741" y="542688"/>
            <a:ext cx="5177743" cy="3022315"/>
          </a:xfrm>
          <a:prstGeom prst="rect">
            <a:avLst/>
          </a:prstGeom>
          <a:noFill/>
          <a:ln>
            <a:noFill/>
          </a:ln>
        </p:spPr>
      </p:pic>
      <p:pic>
        <p:nvPicPr>
          <p:cNvPr id="10" name="Picture 9">
            <a:extLst>
              <a:ext uri="{FF2B5EF4-FFF2-40B4-BE49-F238E27FC236}">
                <a16:creationId xmlns:a16="http://schemas.microsoft.com/office/drawing/2014/main" id="{1528A8C6-B592-B66F-4921-B1FC708920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6701740" y="3889094"/>
            <a:ext cx="5177743" cy="2806860"/>
          </a:xfrm>
          <a:prstGeom prst="rect">
            <a:avLst/>
          </a:prstGeom>
          <a:noFill/>
          <a:ln>
            <a:noFill/>
          </a:ln>
        </p:spPr>
      </p:pic>
    </p:spTree>
    <p:extLst>
      <p:ext uri="{BB962C8B-B14F-4D97-AF65-F5344CB8AC3E}">
        <p14:creationId xmlns:p14="http://schemas.microsoft.com/office/powerpoint/2010/main" val="4230494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B64BB7-205F-1BD7-7DDB-6F1058CA3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69926" y="115747"/>
            <a:ext cx="5162773" cy="3229337"/>
          </a:xfrm>
          <a:prstGeom prst="rect">
            <a:avLst/>
          </a:prstGeom>
          <a:noFill/>
          <a:ln>
            <a:noFill/>
          </a:ln>
        </p:spPr>
      </p:pic>
      <p:pic>
        <p:nvPicPr>
          <p:cNvPr id="5" name="Picture 4">
            <a:extLst>
              <a:ext uri="{FF2B5EF4-FFF2-40B4-BE49-F238E27FC236}">
                <a16:creationId xmlns:a16="http://schemas.microsoft.com/office/drawing/2014/main" id="{560D5D3E-57FA-97D9-2C03-FC9C8777C2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69927" y="3512916"/>
            <a:ext cx="5162772" cy="3096227"/>
          </a:xfrm>
          <a:prstGeom prst="rect">
            <a:avLst/>
          </a:prstGeom>
          <a:noFill/>
          <a:ln>
            <a:noFill/>
          </a:ln>
        </p:spPr>
      </p:pic>
      <p:sp>
        <p:nvSpPr>
          <p:cNvPr id="6" name="TextBox 5">
            <a:extLst>
              <a:ext uri="{FF2B5EF4-FFF2-40B4-BE49-F238E27FC236}">
                <a16:creationId xmlns:a16="http://schemas.microsoft.com/office/drawing/2014/main" id="{37C0361A-7B29-B44F-AE14-458C36A1AF42}"/>
              </a:ext>
            </a:extLst>
          </p:cNvPr>
          <p:cNvSpPr txBox="1"/>
          <p:nvPr/>
        </p:nvSpPr>
        <p:spPr>
          <a:xfrm>
            <a:off x="6389225" y="381965"/>
            <a:ext cx="184731" cy="369332"/>
          </a:xfrm>
          <a:prstGeom prst="rect">
            <a:avLst/>
          </a:prstGeom>
          <a:noFill/>
        </p:spPr>
        <p:txBody>
          <a:bodyPr wrap="none" rtlCol="0">
            <a:spAutoFit/>
          </a:bodyPr>
          <a:lstStyle/>
          <a:p>
            <a:endParaRPr lang="en-IN" dirty="0"/>
          </a:p>
        </p:txBody>
      </p:sp>
      <p:pic>
        <p:nvPicPr>
          <p:cNvPr id="7" name="Picture 6">
            <a:extLst>
              <a:ext uri="{FF2B5EF4-FFF2-40B4-BE49-F238E27FC236}">
                <a16:creationId xmlns:a16="http://schemas.microsoft.com/office/drawing/2014/main" id="{9C2CFBBA-8D4F-AC95-3199-88FB2D4D77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095999" y="115747"/>
            <a:ext cx="5726075" cy="3229337"/>
          </a:xfrm>
          <a:prstGeom prst="rect">
            <a:avLst/>
          </a:prstGeom>
          <a:noFill/>
          <a:ln>
            <a:noFill/>
          </a:ln>
        </p:spPr>
      </p:pic>
      <p:pic>
        <p:nvPicPr>
          <p:cNvPr id="12" name="Picture 11">
            <a:extLst>
              <a:ext uri="{FF2B5EF4-FFF2-40B4-BE49-F238E27FC236}">
                <a16:creationId xmlns:a16="http://schemas.microsoft.com/office/drawing/2014/main" id="{A6E72F68-EBBD-53B3-6FDD-030D5FC740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6095998" y="3512915"/>
            <a:ext cx="5726075" cy="3096227"/>
          </a:xfrm>
          <a:prstGeom prst="rect">
            <a:avLst/>
          </a:prstGeom>
          <a:noFill/>
          <a:ln>
            <a:noFill/>
          </a:ln>
        </p:spPr>
      </p:pic>
    </p:spTree>
    <p:extLst>
      <p:ext uri="{BB962C8B-B14F-4D97-AF65-F5344CB8AC3E}">
        <p14:creationId xmlns:p14="http://schemas.microsoft.com/office/powerpoint/2010/main" val="3792585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00D94A-B046-E4D1-4CD9-B46F96383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19920" y="1"/>
            <a:ext cx="5578996" cy="3481618"/>
          </a:xfrm>
          <a:prstGeom prst="rect">
            <a:avLst/>
          </a:prstGeom>
          <a:noFill/>
          <a:ln>
            <a:noFill/>
          </a:ln>
        </p:spPr>
      </p:pic>
      <p:pic>
        <p:nvPicPr>
          <p:cNvPr id="6" name="Picture 5">
            <a:extLst>
              <a:ext uri="{FF2B5EF4-FFF2-40B4-BE49-F238E27FC236}">
                <a16:creationId xmlns:a16="http://schemas.microsoft.com/office/drawing/2014/main" id="{E342B50B-A92E-4EC4-92F0-9625AFBAFC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19920" y="3646025"/>
            <a:ext cx="5578996" cy="3135017"/>
          </a:xfrm>
          <a:prstGeom prst="rect">
            <a:avLst/>
          </a:prstGeom>
          <a:noFill/>
          <a:ln>
            <a:noFill/>
          </a:ln>
        </p:spPr>
      </p:pic>
      <p:pic>
        <p:nvPicPr>
          <p:cNvPr id="8" name="Picture 7">
            <a:extLst>
              <a:ext uri="{FF2B5EF4-FFF2-40B4-BE49-F238E27FC236}">
                <a16:creationId xmlns:a16="http://schemas.microsoft.com/office/drawing/2014/main" id="{75C23E44-DE91-271C-7B92-5CEE0E6E03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096000" y="130450"/>
            <a:ext cx="5731510" cy="3220720"/>
          </a:xfrm>
          <a:prstGeom prst="rect">
            <a:avLst/>
          </a:prstGeom>
          <a:noFill/>
          <a:ln>
            <a:noFill/>
          </a:ln>
        </p:spPr>
      </p:pic>
      <p:pic>
        <p:nvPicPr>
          <p:cNvPr id="10" name="Picture 9">
            <a:extLst>
              <a:ext uri="{FF2B5EF4-FFF2-40B4-BE49-F238E27FC236}">
                <a16:creationId xmlns:a16="http://schemas.microsoft.com/office/drawing/2014/main" id="{A11BE21E-5EF7-55DA-31CC-B9BEA029EE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6118685" y="3603173"/>
            <a:ext cx="5731510" cy="3220720"/>
          </a:xfrm>
          <a:prstGeom prst="rect">
            <a:avLst/>
          </a:prstGeom>
          <a:noFill/>
          <a:ln>
            <a:noFill/>
          </a:ln>
        </p:spPr>
      </p:pic>
    </p:spTree>
    <p:extLst>
      <p:ext uri="{BB962C8B-B14F-4D97-AF65-F5344CB8AC3E}">
        <p14:creationId xmlns:p14="http://schemas.microsoft.com/office/powerpoint/2010/main" val="3062669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3DE9FE-5F36-53F0-73FE-D67F67720C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64490" y="1355653"/>
            <a:ext cx="5731510" cy="3220720"/>
          </a:xfrm>
          <a:prstGeom prst="rect">
            <a:avLst/>
          </a:prstGeom>
          <a:noFill/>
          <a:ln>
            <a:noFill/>
          </a:ln>
        </p:spPr>
      </p:pic>
      <p:pic>
        <p:nvPicPr>
          <p:cNvPr id="5" name="Picture 4">
            <a:extLst>
              <a:ext uri="{FF2B5EF4-FFF2-40B4-BE49-F238E27FC236}">
                <a16:creationId xmlns:a16="http://schemas.microsoft.com/office/drawing/2014/main" id="{CACA422E-1A35-78E1-7838-38589608D5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309111" y="1282253"/>
            <a:ext cx="5731510" cy="3220720"/>
          </a:xfrm>
          <a:prstGeom prst="rect">
            <a:avLst/>
          </a:prstGeom>
          <a:noFill/>
          <a:ln>
            <a:noFill/>
          </a:ln>
        </p:spPr>
      </p:pic>
    </p:spTree>
    <p:extLst>
      <p:ext uri="{BB962C8B-B14F-4D97-AF65-F5344CB8AC3E}">
        <p14:creationId xmlns:p14="http://schemas.microsoft.com/office/powerpoint/2010/main" val="597613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9A0658-3F02-70C5-7967-464E14EF060D}"/>
              </a:ext>
            </a:extLst>
          </p:cNvPr>
          <p:cNvSpPr txBox="1"/>
          <p:nvPr/>
        </p:nvSpPr>
        <p:spPr>
          <a:xfrm>
            <a:off x="1006997" y="1701478"/>
            <a:ext cx="9005104" cy="378565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project successfully develops a real-time, non-invasive system for detecting ADHD in children using pose estimation and machine learning, accurately analyzing movement patterns, posture, and repetitive gestures. The combined use of MLP and DDS with Genetic Algorithm ensures reliable classification and continuous monitoring, supporting early intervention. Future enhancements could include 3D pose estimation, emotion recognition, and larger datasets to improve accuracy and generalization. Integration with mobile or cloud-based platforms would make the system more accessible for home or school monitoring, increasing its practical impact.</a:t>
            </a:r>
          </a:p>
        </p:txBody>
      </p:sp>
      <p:sp>
        <p:nvSpPr>
          <p:cNvPr id="4" name="TextBox 3">
            <a:extLst>
              <a:ext uri="{FF2B5EF4-FFF2-40B4-BE49-F238E27FC236}">
                <a16:creationId xmlns:a16="http://schemas.microsoft.com/office/drawing/2014/main" id="{847CFC72-F851-ADF2-6BE1-5C229772B053}"/>
              </a:ext>
            </a:extLst>
          </p:cNvPr>
          <p:cNvSpPr txBox="1"/>
          <p:nvPr/>
        </p:nvSpPr>
        <p:spPr>
          <a:xfrm>
            <a:off x="1006997" y="474562"/>
            <a:ext cx="8143896" cy="984885"/>
          </a:xfrm>
          <a:prstGeom prst="rect">
            <a:avLst/>
          </a:prstGeom>
          <a:noFill/>
        </p:spPr>
        <p:txBody>
          <a:bodyPr wrap="none" rtlCol="0">
            <a:spAutoFit/>
          </a:bodyPr>
          <a:lstStyle/>
          <a:p>
            <a:r>
              <a:rPr lang="en-US" sz="4000" b="1" u="sng" dirty="0">
                <a:latin typeface="Times New Roman" panose="02020603050405020304" pitchFamily="18" charset="0"/>
                <a:cs typeface="Times New Roman" panose="02020603050405020304" pitchFamily="18" charset="0"/>
              </a:rPr>
              <a:t>Conclusion &amp; Future Enhancement:</a:t>
            </a:r>
          </a:p>
          <a:p>
            <a:endParaRPr lang="en-IN" dirty="0"/>
          </a:p>
        </p:txBody>
      </p:sp>
    </p:spTree>
    <p:extLst>
      <p:ext uri="{BB962C8B-B14F-4D97-AF65-F5344CB8AC3E}">
        <p14:creationId xmlns:p14="http://schemas.microsoft.com/office/powerpoint/2010/main" val="2949486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992201-C055-019D-EACC-EBEA54F3FD47}"/>
              </a:ext>
            </a:extLst>
          </p:cNvPr>
          <p:cNvSpPr txBox="1"/>
          <p:nvPr/>
        </p:nvSpPr>
        <p:spPr>
          <a:xfrm>
            <a:off x="821803" y="1875099"/>
            <a:ext cx="9873206" cy="4062651"/>
          </a:xfrm>
          <a:prstGeom prst="rect">
            <a:avLst/>
          </a:prstGeom>
          <a:noFill/>
        </p:spPr>
        <p:txBody>
          <a:bodyPr wrap="square" rtlCol="0">
            <a:spAutoFit/>
          </a:bodyPr>
          <a:lstStyle/>
          <a:p>
            <a:pPr marL="342900" lvl="0" indent="-342900">
              <a:buFont typeface="Arial" panose="020B0604020202020204" pitchFamily="34" charset="0"/>
              <a:buChar char="•"/>
            </a:pPr>
            <a:r>
              <a:rPr lang="en-US" sz="2400" dirty="0"/>
              <a:t>Smith, J. "Challenges in ADHD Detection: A Review of Existing Systems and Limitations."</a:t>
            </a:r>
          </a:p>
          <a:p>
            <a:pPr marL="342900" lvl="0" indent="-342900">
              <a:buFont typeface="Arial" panose="020B0604020202020204" pitchFamily="34" charset="0"/>
              <a:buChar char="•"/>
            </a:pPr>
            <a:r>
              <a:rPr lang="en-US" sz="2400" dirty="0"/>
              <a:t>Johnson, E. "Pose Estimation Techniques in Healthcare: Applications and Advancements."</a:t>
            </a:r>
          </a:p>
          <a:p>
            <a:pPr marL="342900" lvl="0" indent="-342900">
              <a:buFont typeface="Arial" panose="020B0604020202020204" pitchFamily="34" charset="0"/>
              <a:buChar char="•"/>
            </a:pPr>
            <a:r>
              <a:rPr lang="en-US" sz="2400" dirty="0"/>
              <a:t>Brown, M. "Machine Learning Approaches to ADHD Detection: State-of-the-Art and Future Directions."</a:t>
            </a:r>
          </a:p>
          <a:p>
            <a:pPr marL="342900" lvl="0" indent="-342900">
              <a:buFont typeface="Arial" panose="020B0604020202020204" pitchFamily="34" charset="0"/>
              <a:buChar char="•"/>
            </a:pPr>
            <a:r>
              <a:rPr lang="en-US" sz="2400" dirty="0"/>
              <a:t>Davis, S. "Sensors and Data Collection for Pose Estimation in ADHD Assessments."</a:t>
            </a:r>
          </a:p>
          <a:p>
            <a:pPr marL="342900" lvl="0" indent="-342900">
              <a:buFont typeface="Arial" panose="020B0604020202020204" pitchFamily="34" charset="0"/>
              <a:buChar char="•"/>
            </a:pPr>
            <a:r>
              <a:rPr lang="en-US" sz="2400" dirty="0"/>
              <a:t>White, D. "Non-invasive ADHD Evaluation: The Role of Pose Estimation Technologies."</a:t>
            </a:r>
          </a:p>
          <a:p>
            <a:endParaRPr lang="en-IN" dirty="0"/>
          </a:p>
        </p:txBody>
      </p:sp>
      <p:sp>
        <p:nvSpPr>
          <p:cNvPr id="3" name="TextBox 2">
            <a:extLst>
              <a:ext uri="{FF2B5EF4-FFF2-40B4-BE49-F238E27FC236}">
                <a16:creationId xmlns:a16="http://schemas.microsoft.com/office/drawing/2014/main" id="{8F27D99C-5299-7477-B02C-71F5FC0E83AF}"/>
              </a:ext>
            </a:extLst>
          </p:cNvPr>
          <p:cNvSpPr txBox="1"/>
          <p:nvPr/>
        </p:nvSpPr>
        <p:spPr>
          <a:xfrm>
            <a:off x="821803" y="706056"/>
            <a:ext cx="2990947" cy="1046440"/>
          </a:xfrm>
          <a:prstGeom prst="rect">
            <a:avLst/>
          </a:prstGeom>
          <a:noFill/>
        </p:spPr>
        <p:txBody>
          <a:bodyPr wrap="none" rtlCol="0">
            <a:spAutoFit/>
          </a:bodyPr>
          <a:lstStyle/>
          <a:p>
            <a:r>
              <a:rPr lang="en-US" sz="4400" b="1" u="sng" dirty="0">
                <a:latin typeface="Times New Roman" panose="02020603050405020304" pitchFamily="18" charset="0"/>
                <a:cs typeface="Times New Roman" panose="02020603050405020304" pitchFamily="18" charset="0"/>
              </a:rPr>
              <a:t>References:</a:t>
            </a:r>
          </a:p>
          <a:p>
            <a:endParaRPr lang="en-IN" dirty="0"/>
          </a:p>
        </p:txBody>
      </p:sp>
    </p:spTree>
    <p:extLst>
      <p:ext uri="{BB962C8B-B14F-4D97-AF65-F5344CB8AC3E}">
        <p14:creationId xmlns:p14="http://schemas.microsoft.com/office/powerpoint/2010/main" val="2490519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9D08EF7-5735-7DE0-D413-A177C679BC5E}"/>
              </a:ext>
            </a:extLst>
          </p:cNvPr>
          <p:cNvSpPr>
            <a:spLocks noGrp="1"/>
          </p:cNvSpPr>
          <p:nvPr>
            <p:ph type="title"/>
          </p:nvPr>
        </p:nvSpPr>
        <p:spPr>
          <a:xfrm>
            <a:off x="2159810" y="3012260"/>
            <a:ext cx="7184817" cy="1320800"/>
          </a:xfrm>
        </p:spPr>
        <p:txBody>
          <a:bodyPr>
            <a:noAutofit/>
          </a:bodyPr>
          <a:lstStyle/>
          <a:p>
            <a:r>
              <a:rPr lang="en-US" altLang="zh-CN" sz="6600" dirty="0">
                <a:latin typeface="Times New Roman" panose="02020603050405020304" pitchFamily="18" charset="0"/>
                <a:cs typeface="Times New Roman" panose="02020603050405020304" pitchFamily="18" charset="0"/>
              </a:rPr>
              <a:t>THANK YOU</a:t>
            </a:r>
            <a:endParaRPr lang="en-IN"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9257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172</TotalTime>
  <Words>3205</Words>
  <Application>Microsoft Office PowerPoint</Application>
  <PresentationFormat>Widescreen</PresentationFormat>
  <Paragraphs>341</Paragraphs>
  <Slides>29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Arial Rounded MT Bold</vt:lpstr>
      <vt:lpstr>Calibri</vt:lpstr>
      <vt:lpstr>Calibri Light</vt:lpstr>
      <vt:lpstr>Lucida Sans</vt:lpstr>
      <vt:lpstr>Times New Roman</vt:lpstr>
      <vt:lpstr>Office Theme</vt:lpstr>
      <vt:lpstr>REAL TIME RESEARCH PROJECT </vt:lpstr>
      <vt:lpstr>TITLE :   Child ADHD Disease Detection Using Pose Estimation Technique     </vt:lpstr>
      <vt:lpstr>INTRODUCTION :</vt:lpstr>
      <vt:lpstr>EXISTING SYSTEM:</vt:lpstr>
      <vt:lpstr>DISADVANTAGES IN EXISTING SYSTEM </vt:lpstr>
      <vt:lpstr>PROPOSED SYSTEM :</vt:lpstr>
      <vt:lpstr>ADVANTAGES :</vt:lpstr>
      <vt:lpstr>SYSTEM REQUIREMENTS :</vt:lpstr>
      <vt:lpstr>NOVELTY OF THE PROJECT :</vt:lpstr>
      <vt:lpstr>SYSTEM ARCHITECTURE :</vt:lpstr>
      <vt:lpstr>MODULES :</vt:lpstr>
      <vt:lpstr>UML DIAGRAMS :</vt:lpstr>
      <vt:lpstr>USE CASE DIAGRAM :</vt:lpstr>
      <vt:lpstr>CLASS DIAGRAM : </vt:lpstr>
      <vt:lpstr>SEQUENCE DIAGRAM :</vt:lpstr>
      <vt:lpstr>ACTIVITY DIAGRAM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rangugayathri2@gmail.com</dc:creator>
  <cp:lastModifiedBy>Anil Kumar</cp:lastModifiedBy>
  <cp:revision>3</cp:revision>
  <dcterms:created xsi:type="dcterms:W3CDTF">2026-03-15T18:18:27Z</dcterms:created>
  <dcterms:modified xsi:type="dcterms:W3CDTF">2026-03-27T05:28:00Z</dcterms:modified>
</cp:coreProperties>
</file>